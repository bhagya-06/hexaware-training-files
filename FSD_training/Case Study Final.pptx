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8" r:id="rId2"/>
    <p:sldId id="273" r:id="rId3"/>
    <p:sldId id="259" r:id="rId4"/>
    <p:sldId id="260" r:id="rId5"/>
    <p:sldId id="261" r:id="rId6"/>
    <p:sldId id="266" r:id="rId7"/>
    <p:sldId id="262" r:id="rId8"/>
    <p:sldId id="264" r:id="rId9"/>
    <p:sldId id="265" r:id="rId10"/>
    <p:sldId id="267" r:id="rId11"/>
    <p:sldId id="274" r:id="rId12"/>
    <p:sldId id="271" r:id="rId13"/>
    <p:sldId id="268" r:id="rId14"/>
    <p:sldId id="269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1" autoAdjust="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25" d="100"/>
        <a:sy n="125" d="100"/>
      </p:scale>
      <p:origin x="0" y="-1435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B1F99-AF8A-4B7B-AFAA-52E10BA4DBC5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DAEA1-3219-4E12-8D72-0C8E80D736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599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DAEA1-3219-4E12-8D72-0C8E80D736C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372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05327-3521-D450-D8CB-4EE9AF37B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DFCCF2-C200-8A58-02CE-4E11A7E92B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D5036-70E3-7228-A8B8-C4B77EEE0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499D-CB3C-46B5-B378-2A9496D0CD4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C1924-8502-12CB-0128-E1201914B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C78A5-038F-1055-103F-745B48B51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DD8F-D96E-413A-8C02-FAAFCD680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395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58311-C213-9A7A-A11A-FCC031AF0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0BA97-CAC5-E90A-B1AC-E41920B7F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4E3DE-D7CB-3104-7196-50384192A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499D-CB3C-46B5-B378-2A9496D0CD4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3C8DC-34C2-2FCF-3267-EB696562D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62C17-5709-6EE8-31B0-A93904745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DD8F-D96E-413A-8C02-FAAFCD680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576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A3724-D525-B2A3-4DAB-F6A7F2FF5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8C15D-64C6-5EB5-383E-ABD1EC226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BC724-EFBE-401D-6D08-7C6118D5C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499D-CB3C-46B5-B378-2A9496D0CD4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888120-CCCE-DBF3-A8E5-D3A3050C1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51313-EA66-3A20-F3C5-2AEA34285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DD8F-D96E-413A-8C02-FAAFCD680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15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D5174-C4AF-3CBF-E2CE-9DABC2B95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7709D1-9814-E993-30C8-96ADAF625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F8043E-D0C7-9657-D784-77D1B5753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D6307-6C35-7B84-29DD-2F96DB293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499D-CB3C-46B5-B378-2A9496D0CD4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F017A1-EDBF-96A9-5A18-254ED48A8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7A461-1333-BE9C-311B-31B25B0D1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DD8F-D96E-413A-8C02-FAAFCD680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3528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4C765-2DFE-AB6C-18B6-4E1737FA0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90AD5-5198-D134-7A70-6FC5D77E6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32BECD-51E0-E57E-B7DE-BFB0F7249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A31993-405B-2B43-EC2E-4816E8DFF9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CFB06D-B146-1657-C674-445864917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D37430-763B-3BC6-45E0-475A7D57D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499D-CB3C-46B5-B378-2A9496D0CD4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DE5603-B0F1-0390-9AEB-C86C5BDE6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406695-E4D4-DD1D-BB85-A3D35787E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DD8F-D96E-413A-8C02-FAAFCD680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3053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BEB64-B058-ED0F-13C9-07E914D0E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9A05B5-5EDC-8581-E40E-69F1AA71D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499D-CB3C-46B5-B378-2A9496D0CD4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60B0EC-8116-9AB9-4FC9-945E84DF3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99AC62-02F3-FC88-449E-E78F8D2DF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DD8F-D96E-413A-8C02-FAAFCD680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744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FFE7A9-394A-0DC0-C1CB-ED4B3A17F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499D-CB3C-46B5-B378-2A9496D0CD4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6BD4AA-FC1E-4235-74C6-15F3069DB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04B1DC-5104-EC0C-D9F9-E0C8EADA3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DD8F-D96E-413A-8C02-FAAFCD680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8538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0DD31-1ADA-1690-1851-0BFB5B7C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7ED82-08ED-6EF8-779B-5B15D58E8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B06AB5-EF29-C5C9-AA59-5F05FB419F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9DFCB3-72C7-D5F5-4881-51A7BC3FD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499D-CB3C-46B5-B378-2A9496D0CD4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110D4-707A-C7B5-68BD-FD24958F0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FCAB4F-F91B-B07D-DC61-FB4F5A0C6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DD8F-D96E-413A-8C02-FAAFCD680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195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B7E05-AC3E-6CB6-164F-EF5335522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5C66D8-CC23-A885-9779-BBFE82ECED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2C9F63-FE1B-F319-F959-5B01C47E5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0F9B0B-D9B0-47C9-1797-2D0C0691B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499D-CB3C-46B5-B378-2A9496D0CD4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7D7DE-8104-81BF-0E77-E38D99E89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98A06-1C7C-B702-4021-08C693E20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DD8F-D96E-413A-8C02-FAAFCD680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091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8B3B3-3B99-C979-5E23-745CAC6BE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87C972-F757-5D03-D32A-40031AE12A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3D4355-7D60-7B93-F026-72EB5FA37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499D-CB3C-46B5-B378-2A9496D0CD4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A553B-963E-F817-BF57-944B67CE9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9EE70-1E68-C08E-FCAD-98367FD60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DD8F-D96E-413A-8C02-FAAFCD680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039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B34D2-A9BC-D083-8CA1-7FBE2F1B91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F00C10-305B-E106-0199-ECEE2D7E1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9A363-B5B1-7141-AA6D-C109AD074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499D-CB3C-46B5-B378-2A9496D0CD4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B9EDE9-C285-336D-19FE-21F85A6BD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E7A1B-3390-C3A1-C7FF-A1DD9EB92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5DD8F-D96E-413A-8C02-FAAFCD680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7021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1C750B-FA03-4619-3F67-78F5A3B5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6D863-DB55-C5B5-22D5-B0F1D161E0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83BB53-735E-3448-B0CD-0404B5183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D499D-CB3C-46B5-B378-2A9496D0CD40}" type="datetimeFigureOut">
              <a:rPr lang="en-IN" smtClean="0"/>
              <a:t>18-05-2026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47AA5-60EA-F268-73F7-2E1356A887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C644B-1B80-4A7A-08A9-02286C9098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5DD8F-D96E-413A-8C02-FAAFCD6808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733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2.jp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1.jpe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.jp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2.jp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8B9B8E-00E0-722B-A7B8-8E9E6BC71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5E9FDE33-ED2D-2466-6ED9-61BD22A6065D}"/>
              </a:ext>
            </a:extLst>
          </p:cNvPr>
          <p:cNvGrpSpPr/>
          <p:nvPr/>
        </p:nvGrpSpPr>
        <p:grpSpPr>
          <a:xfrm>
            <a:off x="-761992" y="0"/>
            <a:ext cx="13715984" cy="6855107"/>
            <a:chOff x="-678418" y="2893"/>
            <a:chExt cx="13715984" cy="685510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57917D9-C3E1-D1E9-01D5-2900DFF996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2895"/>
              <a:ext cx="3428996" cy="342899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28F0D82-D810-EE8E-0FFC-A863C826FF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3429004"/>
              <a:ext cx="3428996" cy="342899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B5C5D06-1D08-8C57-A438-02D3F3607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2894"/>
              <a:ext cx="3428996" cy="342899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BF4A68D-CB55-A994-5D09-3EDCF47E9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3429003"/>
              <a:ext cx="3428996" cy="342899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B9B500B-0244-DD25-FD1C-1F6226C15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2894"/>
              <a:ext cx="3428996" cy="342899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CC3EA9C-EAFD-51F8-3482-46D82482B1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3429003"/>
              <a:ext cx="3428996" cy="342899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6BBD049-4E62-B935-E82B-923CDBC7F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2893"/>
              <a:ext cx="3428996" cy="342899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BBB26123-B84B-D802-C391-BE8F34AC6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3429002"/>
              <a:ext cx="3428996" cy="3428996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123E6AD-F1CD-97F1-7853-6DFC7C39A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929" y="413602"/>
            <a:ext cx="524789" cy="5247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9FFF8C-FBDB-0B2E-9133-AD186FF5DA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864" y="1351993"/>
            <a:ext cx="5348749" cy="534874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E6673D3B-F978-5F4D-7C31-AF5319F301F3}"/>
              </a:ext>
            </a:extLst>
          </p:cNvPr>
          <p:cNvGrpSpPr/>
          <p:nvPr/>
        </p:nvGrpSpPr>
        <p:grpSpPr>
          <a:xfrm>
            <a:off x="600138" y="1107972"/>
            <a:ext cx="4862912" cy="2151239"/>
            <a:chOff x="343634" y="2353383"/>
            <a:chExt cx="3865807" cy="215123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050EC79-99E4-4062-DFF9-7F2F1E581249}"/>
                </a:ext>
              </a:extLst>
            </p:cNvPr>
            <p:cNvSpPr/>
            <p:nvPr/>
          </p:nvSpPr>
          <p:spPr>
            <a:xfrm>
              <a:off x="343634" y="2353383"/>
              <a:ext cx="3865807" cy="2151239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2D1932-6468-0244-FF3C-6A8F935171DE}"/>
                </a:ext>
              </a:extLst>
            </p:cNvPr>
            <p:cNvGrpSpPr/>
            <p:nvPr/>
          </p:nvGrpSpPr>
          <p:grpSpPr>
            <a:xfrm>
              <a:off x="487066" y="2597404"/>
              <a:ext cx="3578942" cy="1667345"/>
              <a:chOff x="4645737" y="1965789"/>
              <a:chExt cx="3578942" cy="1667345"/>
            </a:xfrm>
          </p:grpSpPr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789D59F-A6F3-6DF9-663F-84B16CC527FA}"/>
                  </a:ext>
                </a:extLst>
              </p:cNvPr>
              <p:cNvSpPr txBox="1"/>
              <p:nvPr/>
            </p:nvSpPr>
            <p:spPr>
              <a:xfrm>
                <a:off x="5434776" y="1965789"/>
                <a:ext cx="2000865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6600" dirty="0">
                    <a:solidFill>
                      <a:schemeClr val="bg1"/>
                    </a:solidFill>
                    <a:latin typeface="Anton" pitchFamily="2" charset="0"/>
                  </a:rPr>
                  <a:t>QUITQ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3D3491F-89B2-6161-4308-A0B91F0E169D}"/>
                  </a:ext>
                </a:extLst>
              </p:cNvPr>
              <p:cNvSpPr txBox="1"/>
              <p:nvPr/>
            </p:nvSpPr>
            <p:spPr>
              <a:xfrm>
                <a:off x="4946660" y="2889120"/>
                <a:ext cx="29770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dirty="0">
                    <a:solidFill>
                      <a:schemeClr val="bg1"/>
                    </a:solidFill>
                    <a:latin typeface="Poppins Medium" panose="00000600000000000000" pitchFamily="2" charset="0"/>
                    <a:cs typeface="Poppins Medium" panose="00000600000000000000" pitchFamily="2" charset="0"/>
                  </a:rPr>
                  <a:t>Ecommerce Application</a:t>
                </a:r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66C1B3BF-1A26-7FE3-3A32-E6405087F2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45737" y="3308556"/>
                <a:ext cx="3578942" cy="0"/>
              </a:xfrm>
              <a:prstGeom prst="line">
                <a:avLst/>
              </a:prstGeom>
              <a:ln>
                <a:solidFill>
                  <a:schemeClr val="bg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5B5B8EB-0A56-13A4-BB24-64DB5DA79684}"/>
                  </a:ext>
                </a:extLst>
              </p:cNvPr>
              <p:cNvSpPr txBox="1"/>
              <p:nvPr/>
            </p:nvSpPr>
            <p:spPr>
              <a:xfrm>
                <a:off x="5920484" y="3379218"/>
                <a:ext cx="1029449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sz="1050" dirty="0">
                    <a:solidFill>
                      <a:schemeClr val="bg1"/>
                    </a:solidFill>
                    <a:latin typeface="Poppins Medium" panose="00000600000000000000" pitchFamily="2" charset="0"/>
                    <a:cs typeface="Poppins Medium" panose="00000600000000000000" pitchFamily="2" charset="0"/>
                  </a:rPr>
                  <a:t>By Bhagya B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74939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44CD4D-9AED-2A67-EBAA-7D601A682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670851E4-F18A-84D2-B47F-DED68DE55F58}"/>
              </a:ext>
            </a:extLst>
          </p:cNvPr>
          <p:cNvGrpSpPr/>
          <p:nvPr/>
        </p:nvGrpSpPr>
        <p:grpSpPr>
          <a:xfrm>
            <a:off x="-761992" y="0"/>
            <a:ext cx="13715984" cy="6855107"/>
            <a:chOff x="-678418" y="2893"/>
            <a:chExt cx="13715984" cy="685510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CA4E0B7-F41D-670A-A7A2-9F081D001B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2895"/>
              <a:ext cx="3428996" cy="342899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44A4F8DB-2A54-680F-4C9B-914AC6363D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3429004"/>
              <a:ext cx="3428996" cy="342899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F465B7B-6B65-FDB6-5A7E-DDE74E445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2894"/>
              <a:ext cx="3428996" cy="342899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AF40788-9C97-71AD-2C8E-B984E3A4D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3429003"/>
              <a:ext cx="3428996" cy="342899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525A870-5DB6-2F80-AC77-7DD320CEF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2894"/>
              <a:ext cx="3428996" cy="342899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117A054-4C91-77FB-2855-39B3CBA8A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3429003"/>
              <a:ext cx="3428996" cy="342899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7F360FD-6F6F-FF42-0902-26DD0EE55B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2893"/>
              <a:ext cx="3428996" cy="342899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92EA977-EFC6-F5C8-55C6-D8A513BA6A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3429002"/>
              <a:ext cx="3428996" cy="3428996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379D3A8-BEB1-5E10-3552-4962B164BD70}"/>
              </a:ext>
            </a:extLst>
          </p:cNvPr>
          <p:cNvSpPr txBox="1"/>
          <p:nvPr/>
        </p:nvSpPr>
        <p:spPr>
          <a:xfrm>
            <a:off x="4038600" y="413602"/>
            <a:ext cx="4114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Anton" pitchFamily="2" charset="0"/>
              </a:rPr>
              <a:t>PROBLEM STATEMENT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C28A2E-36F6-0FCB-64C0-67097603B7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929" y="413602"/>
            <a:ext cx="524789" cy="5247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4D941E5-850D-44AC-CAE0-D4CC8CBC6F5C}"/>
              </a:ext>
            </a:extLst>
          </p:cNvPr>
          <p:cNvSpPr txBox="1"/>
          <p:nvPr/>
        </p:nvSpPr>
        <p:spPr>
          <a:xfrm>
            <a:off x="783471" y="1332329"/>
            <a:ext cx="10625059" cy="515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700" dirty="0">
                <a:latin typeface="Poppins" panose="00000500000000000000" pitchFamily="2" charset="0"/>
                <a:cs typeface="Poppins" panose="00000500000000000000" pitchFamily="2" charset="0"/>
              </a:rPr>
              <a:t>To design and develop a </a:t>
            </a:r>
            <a:r>
              <a:rPr lang="en-US" sz="1700" dirty="0" err="1">
                <a:latin typeface="Poppins" panose="00000500000000000000" pitchFamily="2" charset="0"/>
                <a:cs typeface="Poppins" panose="00000500000000000000" pitchFamily="2" charset="0"/>
              </a:rPr>
              <a:t>fullstack</a:t>
            </a:r>
            <a:r>
              <a:rPr lang="en-US" sz="1700" dirty="0">
                <a:latin typeface="Poppins" panose="00000500000000000000" pitchFamily="2" charset="0"/>
                <a:cs typeface="Poppins" panose="00000500000000000000" pitchFamily="2" charset="0"/>
              </a:rPr>
              <a:t> E-Commerce application called "</a:t>
            </a:r>
            <a:r>
              <a:rPr lang="en-US" sz="1700" dirty="0" err="1">
                <a:latin typeface="Poppins" panose="00000500000000000000" pitchFamily="2" charset="0"/>
                <a:cs typeface="Poppins" panose="00000500000000000000" pitchFamily="2" charset="0"/>
              </a:rPr>
              <a:t>QuitQ</a:t>
            </a:r>
            <a:r>
              <a:rPr lang="en-US" sz="1700" dirty="0">
                <a:latin typeface="Poppins" panose="00000500000000000000" pitchFamily="2" charset="0"/>
                <a:cs typeface="Poppins" panose="00000500000000000000" pitchFamily="2" charset="0"/>
              </a:rPr>
              <a:t>". </a:t>
            </a:r>
            <a:r>
              <a:rPr lang="en-US" sz="1700" dirty="0" err="1">
                <a:latin typeface="Poppins" panose="00000500000000000000" pitchFamily="2" charset="0"/>
                <a:cs typeface="Poppins" panose="00000500000000000000" pitchFamily="2" charset="0"/>
              </a:rPr>
              <a:t>QuitQ</a:t>
            </a:r>
            <a:r>
              <a:rPr lang="en-US" sz="1700" dirty="0">
                <a:latin typeface="Poppins" panose="00000500000000000000" pitchFamily="2" charset="0"/>
                <a:cs typeface="Poppins" panose="00000500000000000000" pitchFamily="2" charset="0"/>
              </a:rPr>
              <a:t> is a comprehensive application designed to facilitate e-commerce transactions between buyers and sellers. This system encompasses the entire shopping process, from product browsing and selection to payment processing and order fulfillment. It aims to provide a seamless and secure shopping experience for customers while enabling efficient management for sellers. </a:t>
            </a:r>
          </a:p>
          <a:p>
            <a:pPr>
              <a:lnSpc>
                <a:spcPct val="150000"/>
              </a:lnSpc>
            </a:pPr>
            <a:endParaRPr lang="en-US" sz="17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sz="1700" b="1" dirty="0">
                <a:latin typeface="Poppins" panose="00000500000000000000" pitchFamily="2" charset="0"/>
                <a:cs typeface="Poppins" panose="00000500000000000000" pitchFamily="2" charset="0"/>
              </a:rPr>
              <a:t>Scope: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Poppins" panose="00000500000000000000" pitchFamily="2" charset="0"/>
                <a:cs typeface="Poppins" panose="00000500000000000000" pitchFamily="2" charset="0"/>
              </a:rPr>
              <a:t>User Registration and Authentication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Poppins" panose="00000500000000000000" pitchFamily="2" charset="0"/>
                <a:cs typeface="Poppins" panose="00000500000000000000" pitchFamily="2" charset="0"/>
              </a:rPr>
              <a:t>Product </a:t>
            </a:r>
            <a:r>
              <a:rPr lang="en-IN" sz="1700" dirty="0" err="1">
                <a:latin typeface="Poppins" panose="00000500000000000000" pitchFamily="2" charset="0"/>
                <a:cs typeface="Poppins" panose="00000500000000000000" pitchFamily="2" charset="0"/>
              </a:rPr>
              <a:t>Catalog</a:t>
            </a:r>
            <a:endParaRPr lang="en-IN" sz="17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Poppins" panose="00000500000000000000" pitchFamily="2" charset="0"/>
                <a:cs typeface="Poppins" panose="00000500000000000000" pitchFamily="2" charset="0"/>
              </a:rPr>
              <a:t>Shopping Cart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Poppins" panose="00000500000000000000" pitchFamily="2" charset="0"/>
                <a:cs typeface="Poppins" panose="00000500000000000000" pitchFamily="2" charset="0"/>
              </a:rPr>
              <a:t>Order Processing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Poppins" panose="00000500000000000000" pitchFamily="2" charset="0"/>
                <a:cs typeface="Poppins" panose="00000500000000000000" pitchFamily="2" charset="0"/>
              </a:rPr>
              <a:t>Inventory Management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700" dirty="0">
                <a:latin typeface="Poppins" panose="00000500000000000000" pitchFamily="2" charset="0"/>
                <a:cs typeface="Poppins" panose="00000500000000000000" pitchFamily="2" charset="0"/>
              </a:rPr>
              <a:t>Seller/Admin Dashboard</a:t>
            </a:r>
          </a:p>
        </p:txBody>
      </p:sp>
    </p:spTree>
    <p:extLst>
      <p:ext uri="{BB962C8B-B14F-4D97-AF65-F5344CB8AC3E}">
        <p14:creationId xmlns:p14="http://schemas.microsoft.com/office/powerpoint/2010/main" val="2571135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99F795-0377-A987-D198-BCF53D7A6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0A3B0774-034A-FAF9-7580-E9DF338291CD}"/>
              </a:ext>
            </a:extLst>
          </p:cNvPr>
          <p:cNvGrpSpPr/>
          <p:nvPr/>
        </p:nvGrpSpPr>
        <p:grpSpPr>
          <a:xfrm>
            <a:off x="-761992" y="0"/>
            <a:ext cx="13715984" cy="6855107"/>
            <a:chOff x="-678418" y="2893"/>
            <a:chExt cx="13715984" cy="685510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8F034EB-83BF-32F2-A198-1EA661D36B6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2895"/>
              <a:ext cx="3428996" cy="342899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874C7EA-C937-AD7C-5205-88B1B47327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3429004"/>
              <a:ext cx="3428996" cy="342899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FC792EB-5037-EBBE-BEB1-F57AC01409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2894"/>
              <a:ext cx="3428996" cy="342899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8F2EFD2-C9AF-09DE-0F1D-C3BD507B9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3429003"/>
              <a:ext cx="3428996" cy="342899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4167BF3-078C-6C91-72D2-F14B44716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2894"/>
              <a:ext cx="3428996" cy="342899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5BE8B3D-5C0D-B9A6-4116-C7C65480C0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3429003"/>
              <a:ext cx="3428996" cy="342899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0D5B4AC-6DCE-F0D4-D29C-F207BE83F2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2893"/>
              <a:ext cx="3428996" cy="342899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D57FB6BD-CFE8-ABDB-1C33-B424C7BFC0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3429002"/>
              <a:ext cx="3428996" cy="3428996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C1A991CB-5BA0-E13B-4594-0A5148ACC80A}"/>
              </a:ext>
            </a:extLst>
          </p:cNvPr>
          <p:cNvSpPr txBox="1"/>
          <p:nvPr/>
        </p:nvSpPr>
        <p:spPr>
          <a:xfrm>
            <a:off x="4517923" y="413602"/>
            <a:ext cx="3156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Anton" pitchFamily="2" charset="0"/>
              </a:rPr>
              <a:t>TECH STACK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53B54C8-D0CB-0349-6FA2-E48E88A208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929" y="413602"/>
            <a:ext cx="524789" cy="5247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2CF1077D-01AB-B82C-9BF8-30489CEA8082}"/>
              </a:ext>
            </a:extLst>
          </p:cNvPr>
          <p:cNvGrpSpPr/>
          <p:nvPr/>
        </p:nvGrpSpPr>
        <p:grpSpPr>
          <a:xfrm>
            <a:off x="2120923" y="1579602"/>
            <a:ext cx="7950154" cy="4606393"/>
            <a:chOff x="2120923" y="1579602"/>
            <a:chExt cx="7950154" cy="4606393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7F50EA46-C6EF-E4AD-CC29-E3299295E3EF}"/>
                </a:ext>
              </a:extLst>
            </p:cNvPr>
            <p:cNvGrpSpPr/>
            <p:nvPr/>
          </p:nvGrpSpPr>
          <p:grpSpPr>
            <a:xfrm>
              <a:off x="2165687" y="1579602"/>
              <a:ext cx="7835416" cy="1267897"/>
              <a:chOff x="2023278" y="1833400"/>
              <a:chExt cx="7835416" cy="1267897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1D3E03AD-F8DF-8AF0-D701-08A862312297}"/>
                  </a:ext>
                </a:extLst>
              </p:cNvPr>
              <p:cNvGrpSpPr/>
              <p:nvPr/>
            </p:nvGrpSpPr>
            <p:grpSpPr>
              <a:xfrm>
                <a:off x="2023278" y="1833400"/>
                <a:ext cx="1183551" cy="1239194"/>
                <a:chOff x="694414" y="2186917"/>
                <a:chExt cx="1183551" cy="1239194"/>
              </a:xfrm>
            </p:grpSpPr>
            <p:pic>
              <p:nvPicPr>
                <p:cNvPr id="3" name="Picture 2" descr="File:React-icon.svg - Wikimedia Commons">
                  <a:extLst>
                    <a:ext uri="{FF2B5EF4-FFF2-40B4-BE49-F238E27FC236}">
                      <a16:creationId xmlns:a16="http://schemas.microsoft.com/office/drawing/2014/main" id="{12539E47-E86C-D192-E3BA-752F8F1979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67707" y="2186917"/>
                  <a:ext cx="836965" cy="745422"/>
                </a:xfrm>
                <a:prstGeom prst="rect">
                  <a:avLst/>
                </a:prstGeom>
              </p:spPr>
            </p:pic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C12D8D13-04BA-3F66-CB0C-73E213D02ABF}"/>
                    </a:ext>
                  </a:extLst>
                </p:cNvPr>
                <p:cNvSpPr txBox="1"/>
                <p:nvPr/>
              </p:nvSpPr>
              <p:spPr>
                <a:xfrm>
                  <a:off x="694414" y="3056779"/>
                  <a:ext cx="118355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>
                      <a:latin typeface="Poppins Medium" panose="00000600000000000000" pitchFamily="2" charset="0"/>
                      <a:cs typeface="Poppins Medium" panose="00000600000000000000" pitchFamily="2" charset="0"/>
                    </a:rPr>
                    <a:t>React 18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325DDD28-22B9-7D1D-06CD-C04982AD3DF7}"/>
                  </a:ext>
                </a:extLst>
              </p:cNvPr>
              <p:cNvGrpSpPr/>
              <p:nvPr/>
            </p:nvGrpSpPr>
            <p:grpSpPr>
              <a:xfrm>
                <a:off x="3623567" y="1862103"/>
                <a:ext cx="1183551" cy="1239194"/>
                <a:chOff x="384694" y="1909916"/>
                <a:chExt cx="1183551" cy="1239194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46A3DB00-24EA-D115-04B5-F56620F27B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648106" y="1909916"/>
                  <a:ext cx="656726" cy="745422"/>
                </a:xfrm>
                <a:prstGeom prst="rect">
                  <a:avLst/>
                </a:prstGeom>
              </p:spPr>
            </p:pic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5C17F9C8-E0C5-877C-F6BC-576DFBE56185}"/>
                    </a:ext>
                  </a:extLst>
                </p:cNvPr>
                <p:cNvSpPr txBox="1"/>
                <p:nvPr/>
              </p:nvSpPr>
              <p:spPr>
                <a:xfrm>
                  <a:off x="384694" y="2779778"/>
                  <a:ext cx="118355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 err="1">
                      <a:latin typeface="Poppins Medium" panose="00000600000000000000" pitchFamily="2" charset="0"/>
                      <a:cs typeface="Poppins Medium" panose="00000600000000000000" pitchFamily="2" charset="0"/>
                    </a:rPr>
                    <a:t>HTML5</a:t>
                  </a:r>
                  <a:endParaRPr lang="en-IN" dirty="0">
                    <a:latin typeface="Poppins Medium" panose="00000600000000000000" pitchFamily="2" charset="0"/>
                    <a:cs typeface="Poppins Medium" panose="00000600000000000000" pitchFamily="2" charset="0"/>
                  </a:endParaRP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0BE04B69-16E0-61DF-F9CC-402F99B4F5FB}"/>
                  </a:ext>
                </a:extLst>
              </p:cNvPr>
              <p:cNvGrpSpPr/>
              <p:nvPr/>
            </p:nvGrpSpPr>
            <p:grpSpPr>
              <a:xfrm>
                <a:off x="5223856" y="1847751"/>
                <a:ext cx="1183551" cy="1239194"/>
                <a:chOff x="384694" y="1909916"/>
                <a:chExt cx="1183551" cy="1239194"/>
              </a:xfrm>
            </p:grpSpPr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7E3A7330-51FA-720E-3E83-428BAA809F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603758" y="1909916"/>
                  <a:ext cx="745422" cy="745422"/>
                </a:xfrm>
                <a:prstGeom prst="rect">
                  <a:avLst/>
                </a:prstGeom>
              </p:spPr>
            </p:pic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7C5F8CC2-1A44-0986-B27F-D69E3BAA0238}"/>
                    </a:ext>
                  </a:extLst>
                </p:cNvPr>
                <p:cNvSpPr txBox="1"/>
                <p:nvPr/>
              </p:nvSpPr>
              <p:spPr>
                <a:xfrm>
                  <a:off x="384694" y="2779778"/>
                  <a:ext cx="118355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 err="1">
                      <a:latin typeface="Poppins Medium" panose="00000600000000000000" pitchFamily="2" charset="0"/>
                      <a:cs typeface="Poppins Medium" panose="00000600000000000000" pitchFamily="2" charset="0"/>
                    </a:rPr>
                    <a:t>CSS3</a:t>
                  </a:r>
                  <a:endParaRPr lang="en-IN" dirty="0">
                    <a:latin typeface="Poppins Medium" panose="00000600000000000000" pitchFamily="2" charset="0"/>
                    <a:cs typeface="Poppins Medium" panose="00000600000000000000" pitchFamily="2" charset="0"/>
                  </a:endParaRPr>
                </a:p>
              </p:txBody>
            </p:sp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533298CC-994F-847B-0F31-75127BA27A65}"/>
                  </a:ext>
                </a:extLst>
              </p:cNvPr>
              <p:cNvGrpSpPr/>
              <p:nvPr/>
            </p:nvGrpSpPr>
            <p:grpSpPr>
              <a:xfrm>
                <a:off x="6824145" y="1847751"/>
                <a:ext cx="1434259" cy="1239194"/>
                <a:chOff x="384694" y="1909916"/>
                <a:chExt cx="1434259" cy="1239194"/>
              </a:xfrm>
            </p:grpSpPr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95F28338-C2FD-3ACD-36A9-82E43BB54D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729112" y="1909916"/>
                  <a:ext cx="745422" cy="745422"/>
                </a:xfrm>
                <a:prstGeom prst="rect">
                  <a:avLst/>
                </a:prstGeom>
              </p:spPr>
            </p:pic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6C4666D-01EB-DA8B-848C-337EE430EE91}"/>
                    </a:ext>
                  </a:extLst>
                </p:cNvPr>
                <p:cNvSpPr txBox="1"/>
                <p:nvPr/>
              </p:nvSpPr>
              <p:spPr>
                <a:xfrm>
                  <a:off x="384694" y="2779778"/>
                  <a:ext cx="14342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>
                      <a:latin typeface="Poppins Medium" panose="00000600000000000000" pitchFamily="2" charset="0"/>
                      <a:cs typeface="Poppins Medium" panose="00000600000000000000" pitchFamily="2" charset="0"/>
                    </a:rPr>
                    <a:t>JavaScript</a:t>
                  </a:r>
                </a:p>
              </p:txBody>
            </p:sp>
          </p:grp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6530A1D0-25AD-971C-0C36-9B3CB9A7BE75}"/>
                  </a:ext>
                </a:extLst>
              </p:cNvPr>
              <p:cNvGrpSpPr/>
              <p:nvPr/>
            </p:nvGrpSpPr>
            <p:grpSpPr>
              <a:xfrm>
                <a:off x="8675143" y="1833400"/>
                <a:ext cx="1183551" cy="1267897"/>
                <a:chOff x="384687" y="1909916"/>
                <a:chExt cx="1183551" cy="1267897"/>
              </a:xfrm>
            </p:grpSpPr>
            <p:pic>
              <p:nvPicPr>
                <p:cNvPr id="39" name="Picture 38">
                  <a:extLst>
                    <a:ext uri="{FF2B5EF4-FFF2-40B4-BE49-F238E27FC236}">
                      <a16:creationId xmlns:a16="http://schemas.microsoft.com/office/drawing/2014/main" id="{C7AE61B7-B08B-CE77-A113-4F0DEA53E3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605802" y="1909916"/>
                  <a:ext cx="741320" cy="796706"/>
                </a:xfrm>
                <a:prstGeom prst="rect">
                  <a:avLst/>
                </a:prstGeom>
              </p:spPr>
            </p:pic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6CB7E103-22A8-4FFD-2C8D-7C678B20CA27}"/>
                    </a:ext>
                  </a:extLst>
                </p:cNvPr>
                <p:cNvSpPr txBox="1"/>
                <p:nvPr/>
              </p:nvSpPr>
              <p:spPr>
                <a:xfrm>
                  <a:off x="384687" y="2808481"/>
                  <a:ext cx="118355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>
                      <a:latin typeface="Poppins Medium" panose="00000600000000000000" pitchFamily="2" charset="0"/>
                      <a:cs typeface="Poppins Medium" panose="00000600000000000000" pitchFamily="2" charset="0"/>
                    </a:rPr>
                    <a:t>C# 12</a:t>
                  </a:r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D66438D0-7610-8BD3-C7A8-7334D91C714A}"/>
                </a:ext>
              </a:extLst>
            </p:cNvPr>
            <p:cNvGrpSpPr/>
            <p:nvPr/>
          </p:nvGrpSpPr>
          <p:grpSpPr>
            <a:xfrm>
              <a:off x="2120923" y="3075611"/>
              <a:ext cx="7950154" cy="1643078"/>
              <a:chOff x="1978514" y="3373360"/>
              <a:chExt cx="7950154" cy="1643078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B171E62A-35F3-3B71-2973-5DEC9954F228}"/>
                  </a:ext>
                </a:extLst>
              </p:cNvPr>
              <p:cNvGrpSpPr/>
              <p:nvPr/>
            </p:nvGrpSpPr>
            <p:grpSpPr>
              <a:xfrm>
                <a:off x="1978514" y="3526518"/>
                <a:ext cx="1273078" cy="1432832"/>
                <a:chOff x="6928921" y="2265946"/>
                <a:chExt cx="1273078" cy="1432832"/>
              </a:xfrm>
            </p:grpSpPr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20D62DC8-A344-771C-BFE4-7E73320B24B6}"/>
                    </a:ext>
                  </a:extLst>
                </p:cNvPr>
                <p:cNvSpPr txBox="1"/>
                <p:nvPr/>
              </p:nvSpPr>
              <p:spPr>
                <a:xfrm>
                  <a:off x="6964105" y="3052447"/>
                  <a:ext cx="118355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>
                      <a:latin typeface="Poppins Medium" panose="00000600000000000000" pitchFamily="2" charset="0"/>
                      <a:cs typeface="Poppins Medium" panose="00000600000000000000" pitchFamily="2" charset="0"/>
                    </a:rPr>
                    <a:t>ASP .NET</a:t>
                  </a:r>
                </a:p>
                <a:p>
                  <a:pPr algn="ctr"/>
                  <a:r>
                    <a:rPr lang="en-IN" dirty="0">
                      <a:latin typeface="Poppins Medium" panose="00000600000000000000" pitchFamily="2" charset="0"/>
                      <a:cs typeface="Poppins Medium" panose="00000600000000000000" pitchFamily="2" charset="0"/>
                    </a:rPr>
                    <a:t>Web API</a:t>
                  </a:r>
                </a:p>
              </p:txBody>
            </p:sp>
            <p:pic>
              <p:nvPicPr>
                <p:cNvPr id="35" name="Picture 34" descr="Asp.net Logo">
                  <a:extLst>
                    <a:ext uri="{FF2B5EF4-FFF2-40B4-BE49-F238E27FC236}">
                      <a16:creationId xmlns:a16="http://schemas.microsoft.com/office/drawing/2014/main" id="{873F7574-2E62-5C91-2CCB-EB0D527C33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28921" y="2265946"/>
                  <a:ext cx="1273078" cy="605444"/>
                </a:xfrm>
                <a:prstGeom prst="rect">
                  <a:avLst/>
                </a:prstGeom>
              </p:spPr>
            </p:pic>
          </p:grpSp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CF03C61E-F5BF-0E49-F4D3-8A0175FD9FDD}"/>
                  </a:ext>
                </a:extLst>
              </p:cNvPr>
              <p:cNvGrpSpPr/>
              <p:nvPr/>
            </p:nvGrpSpPr>
            <p:grpSpPr>
              <a:xfrm>
                <a:off x="3674633" y="3499235"/>
                <a:ext cx="1434259" cy="1517203"/>
                <a:chOff x="384687" y="1937609"/>
                <a:chExt cx="1434259" cy="1517203"/>
              </a:xfrm>
            </p:grpSpPr>
            <p:pic>
              <p:nvPicPr>
                <p:cNvPr id="42" name="Picture 41">
                  <a:extLst>
                    <a:ext uri="{FF2B5EF4-FFF2-40B4-BE49-F238E27FC236}">
                      <a16:creationId xmlns:a16="http://schemas.microsoft.com/office/drawing/2014/main" id="{FC0488D5-873A-30F1-4183-3E5793BEEF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731156" y="1937609"/>
                  <a:ext cx="741320" cy="741320"/>
                </a:xfrm>
                <a:prstGeom prst="rect">
                  <a:avLst/>
                </a:prstGeom>
              </p:spPr>
            </p:pic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71312FD5-79FD-BBA8-1481-37A4DF58D9C3}"/>
                    </a:ext>
                  </a:extLst>
                </p:cNvPr>
                <p:cNvSpPr txBox="1"/>
                <p:nvPr/>
              </p:nvSpPr>
              <p:spPr>
                <a:xfrm>
                  <a:off x="384687" y="2808481"/>
                  <a:ext cx="1434259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>
                      <a:latin typeface="Poppins Medium" panose="00000600000000000000" pitchFamily="2" charset="0"/>
                      <a:cs typeface="Poppins Medium" panose="00000600000000000000" pitchFamily="2" charset="0"/>
                    </a:rPr>
                    <a:t>ASP .NET</a:t>
                  </a:r>
                </a:p>
                <a:p>
                  <a:pPr algn="ctr"/>
                  <a:r>
                    <a:rPr lang="en-IN" dirty="0">
                      <a:latin typeface="Poppins Medium" panose="00000600000000000000" pitchFamily="2" charset="0"/>
                      <a:cs typeface="Poppins Medium" panose="00000600000000000000" pitchFamily="2" charset="0"/>
                    </a:rPr>
                    <a:t>Core </a:t>
                  </a:r>
                  <a:r>
                    <a:rPr lang="en-IN" dirty="0" err="1">
                      <a:latin typeface="Poppins Medium" panose="00000600000000000000" pitchFamily="2" charset="0"/>
                      <a:cs typeface="Poppins Medium" panose="00000600000000000000" pitchFamily="2" charset="0"/>
                    </a:rPr>
                    <a:t>MVC</a:t>
                  </a:r>
                  <a:endParaRPr lang="en-IN" dirty="0">
                    <a:latin typeface="Poppins Medium" panose="00000600000000000000" pitchFamily="2" charset="0"/>
                    <a:cs typeface="Poppins Medium" panose="00000600000000000000" pitchFamily="2" charset="0"/>
                  </a:endParaRPr>
                </a:p>
              </p:txBody>
            </p: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22198E3C-D02F-0B58-578E-05CBDE897EF2}"/>
                  </a:ext>
                </a:extLst>
              </p:cNvPr>
              <p:cNvGrpSpPr/>
              <p:nvPr/>
            </p:nvGrpSpPr>
            <p:grpSpPr>
              <a:xfrm>
                <a:off x="7138525" y="3426109"/>
                <a:ext cx="1183551" cy="1517203"/>
                <a:chOff x="384687" y="1937609"/>
                <a:chExt cx="1183551" cy="1517203"/>
              </a:xfrm>
            </p:grpSpPr>
            <p:pic>
              <p:nvPicPr>
                <p:cNvPr id="45" name="Picture 44">
                  <a:extLst>
                    <a:ext uri="{FF2B5EF4-FFF2-40B4-BE49-F238E27FC236}">
                      <a16:creationId xmlns:a16="http://schemas.microsoft.com/office/drawing/2014/main" id="{93088ED3-65A3-D629-D6D6-E21221D5E5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605802" y="1937609"/>
                  <a:ext cx="741320" cy="741320"/>
                </a:xfrm>
                <a:prstGeom prst="rect">
                  <a:avLst/>
                </a:prstGeom>
              </p:spPr>
            </p:pic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8714BAF1-1429-6CB5-F389-7E890AF2E173}"/>
                    </a:ext>
                  </a:extLst>
                </p:cNvPr>
                <p:cNvSpPr txBox="1"/>
                <p:nvPr/>
              </p:nvSpPr>
              <p:spPr>
                <a:xfrm>
                  <a:off x="384687" y="2808481"/>
                  <a:ext cx="118355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>
                      <a:latin typeface="Poppins Medium" panose="00000600000000000000" pitchFamily="2" charset="0"/>
                      <a:cs typeface="Poppins Medium" panose="00000600000000000000" pitchFamily="2" charset="0"/>
                    </a:rPr>
                    <a:t>SQL Server</a:t>
                  </a:r>
                </a:p>
              </p:txBody>
            </p:sp>
          </p:grp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A622D169-4467-981F-61F9-9EB2DB8A8495}"/>
                  </a:ext>
                </a:extLst>
              </p:cNvPr>
              <p:cNvGrpSpPr/>
              <p:nvPr/>
            </p:nvGrpSpPr>
            <p:grpSpPr>
              <a:xfrm>
                <a:off x="8745117" y="3373360"/>
                <a:ext cx="1183551" cy="1517203"/>
                <a:chOff x="384687" y="1937609"/>
                <a:chExt cx="1183551" cy="1517203"/>
              </a:xfrm>
            </p:grpSpPr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3E93D574-D10C-5229-E86C-0E2A73BF29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605802" y="1937609"/>
                  <a:ext cx="741320" cy="741320"/>
                </a:xfrm>
                <a:prstGeom prst="rect">
                  <a:avLst/>
                </a:prstGeom>
              </p:spPr>
            </p:pic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8374720-9B9E-7BBD-656A-C1C4AF2CE6BB}"/>
                    </a:ext>
                  </a:extLst>
                </p:cNvPr>
                <p:cNvSpPr txBox="1"/>
                <p:nvPr/>
              </p:nvSpPr>
              <p:spPr>
                <a:xfrm>
                  <a:off x="384687" y="2808481"/>
                  <a:ext cx="118355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 err="1">
                      <a:latin typeface="Poppins Medium" panose="00000600000000000000" pitchFamily="2" charset="0"/>
                      <a:cs typeface="Poppins Medium" panose="00000600000000000000" pitchFamily="2" charset="0"/>
                    </a:rPr>
                    <a:t>JWT</a:t>
                  </a:r>
                  <a:r>
                    <a:rPr lang="en-IN" dirty="0">
                      <a:latin typeface="Poppins Medium" panose="00000600000000000000" pitchFamily="2" charset="0"/>
                      <a:cs typeface="Poppins Medium" panose="00000600000000000000" pitchFamily="2" charset="0"/>
                    </a:rPr>
                    <a:t> Tokens</a:t>
                  </a: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3A27DE92-5C33-715E-0FF6-EEB291B72464}"/>
                  </a:ext>
                </a:extLst>
              </p:cNvPr>
              <p:cNvGrpSpPr/>
              <p:nvPr/>
            </p:nvGrpSpPr>
            <p:grpSpPr>
              <a:xfrm>
                <a:off x="5531933" y="3552072"/>
                <a:ext cx="1183551" cy="1240204"/>
                <a:chOff x="384687" y="1937609"/>
                <a:chExt cx="1183551" cy="1240204"/>
              </a:xfrm>
            </p:grpSpPr>
            <p:pic>
              <p:nvPicPr>
                <p:cNvPr id="29" name="Picture 28">
                  <a:extLst>
                    <a:ext uri="{FF2B5EF4-FFF2-40B4-BE49-F238E27FC236}">
                      <a16:creationId xmlns:a16="http://schemas.microsoft.com/office/drawing/2014/main" id="{A0BD379C-4AEA-725D-690D-43D0BDF48B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605802" y="1937609"/>
                  <a:ext cx="741320" cy="741320"/>
                </a:xfrm>
                <a:prstGeom prst="rect">
                  <a:avLst/>
                </a:prstGeom>
              </p:spPr>
            </p:pic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9DFE6C7-8E0B-465D-5E5E-4C13D203E504}"/>
                    </a:ext>
                  </a:extLst>
                </p:cNvPr>
                <p:cNvSpPr txBox="1"/>
                <p:nvPr/>
              </p:nvSpPr>
              <p:spPr>
                <a:xfrm>
                  <a:off x="384687" y="2808481"/>
                  <a:ext cx="118355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>
                      <a:latin typeface="Poppins Medium" panose="00000600000000000000" pitchFamily="2" charset="0"/>
                      <a:cs typeface="Poppins Medium" panose="00000600000000000000" pitchFamily="2" charset="0"/>
                    </a:rPr>
                    <a:t>EF Core</a:t>
                  </a:r>
                </a:p>
              </p:txBody>
            </p:sp>
          </p:grpSp>
        </p:grp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B5E2B4AA-7DFB-CFEE-0CDF-1FFD04C3A969}"/>
                </a:ext>
              </a:extLst>
            </p:cNvPr>
            <p:cNvGrpSpPr/>
            <p:nvPr/>
          </p:nvGrpSpPr>
          <p:grpSpPr>
            <a:xfrm>
              <a:off x="3323049" y="4946801"/>
              <a:ext cx="4776007" cy="1239194"/>
              <a:chOff x="3323049" y="4946801"/>
              <a:chExt cx="4776007" cy="1239194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4C0154F9-3104-A7DD-870F-8D057BC1F6B4}"/>
                  </a:ext>
                </a:extLst>
              </p:cNvPr>
              <p:cNvGrpSpPr/>
              <p:nvPr/>
            </p:nvGrpSpPr>
            <p:grpSpPr>
              <a:xfrm>
                <a:off x="3323049" y="4946801"/>
                <a:ext cx="1434259" cy="1239194"/>
                <a:chOff x="384694" y="1909916"/>
                <a:chExt cx="1434259" cy="1239194"/>
              </a:xfrm>
            </p:grpSpPr>
            <p:pic>
              <p:nvPicPr>
                <p:cNvPr id="33" name="Picture 32">
                  <a:extLst>
                    <a:ext uri="{FF2B5EF4-FFF2-40B4-BE49-F238E27FC236}">
                      <a16:creationId xmlns:a16="http://schemas.microsoft.com/office/drawing/2014/main" id="{284C3E57-27B4-DD12-A991-A0EF4CB687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729112" y="1909916"/>
                  <a:ext cx="745422" cy="745422"/>
                </a:xfrm>
                <a:prstGeom prst="rect">
                  <a:avLst/>
                </a:prstGeom>
              </p:spPr>
            </p:pic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B3FDA1A-E436-EA88-18A6-38C81A28D146}"/>
                    </a:ext>
                  </a:extLst>
                </p:cNvPr>
                <p:cNvSpPr txBox="1"/>
                <p:nvPr/>
              </p:nvSpPr>
              <p:spPr>
                <a:xfrm>
                  <a:off x="384694" y="2779778"/>
                  <a:ext cx="14342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 err="1">
                      <a:latin typeface="Poppins Medium" panose="00000600000000000000" pitchFamily="2" charset="0"/>
                      <a:cs typeface="Poppins Medium" panose="00000600000000000000" pitchFamily="2" charset="0"/>
                    </a:rPr>
                    <a:t>NUnit</a:t>
                  </a:r>
                  <a:endParaRPr lang="en-IN" dirty="0">
                    <a:latin typeface="Poppins Medium" panose="00000600000000000000" pitchFamily="2" charset="0"/>
                    <a:cs typeface="Poppins Medium" panose="00000600000000000000" pitchFamily="2" charset="0"/>
                  </a:endParaRPr>
                </a:p>
              </p:txBody>
            </p: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C68E095A-AFEC-2B01-8EBA-7707976BEB89}"/>
                  </a:ext>
                </a:extLst>
              </p:cNvPr>
              <p:cNvGrpSpPr/>
              <p:nvPr/>
            </p:nvGrpSpPr>
            <p:grpSpPr>
              <a:xfrm>
                <a:off x="4993923" y="4946801"/>
                <a:ext cx="1434259" cy="1239194"/>
                <a:chOff x="384694" y="1909916"/>
                <a:chExt cx="1434259" cy="1239194"/>
              </a:xfrm>
            </p:grpSpPr>
            <p:pic>
              <p:nvPicPr>
                <p:cNvPr id="51" name="Picture 50">
                  <a:extLst>
                    <a:ext uri="{FF2B5EF4-FFF2-40B4-BE49-F238E27FC236}">
                      <a16:creationId xmlns:a16="http://schemas.microsoft.com/office/drawing/2014/main" id="{8F26A2AD-BE17-CC44-3AA1-6DB7266557A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729112" y="1909916"/>
                  <a:ext cx="745422" cy="745422"/>
                </a:xfrm>
                <a:prstGeom prst="rect">
                  <a:avLst/>
                </a:prstGeom>
              </p:spPr>
            </p:pic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EC76E83E-6883-C6DD-697C-0C5DFC86629A}"/>
                    </a:ext>
                  </a:extLst>
                </p:cNvPr>
                <p:cNvSpPr txBox="1"/>
                <p:nvPr/>
              </p:nvSpPr>
              <p:spPr>
                <a:xfrm>
                  <a:off x="384694" y="2779778"/>
                  <a:ext cx="14342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 err="1">
                      <a:latin typeface="Poppins Medium" panose="00000600000000000000" pitchFamily="2" charset="0"/>
                      <a:cs typeface="Poppins Medium" panose="00000600000000000000" pitchFamily="2" charset="0"/>
                    </a:rPr>
                    <a:t>Moq</a:t>
                  </a:r>
                  <a:endParaRPr lang="en-IN" dirty="0">
                    <a:latin typeface="Poppins Medium" panose="00000600000000000000" pitchFamily="2" charset="0"/>
                    <a:cs typeface="Poppins Medium" panose="00000600000000000000" pitchFamily="2" charset="0"/>
                  </a:endParaRPr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0C9A4FDA-DA24-19EE-27AB-CD6EF4BCE5C8}"/>
                  </a:ext>
                </a:extLst>
              </p:cNvPr>
              <p:cNvGrpSpPr/>
              <p:nvPr/>
            </p:nvGrpSpPr>
            <p:grpSpPr>
              <a:xfrm>
                <a:off x="6664797" y="4946801"/>
                <a:ext cx="1434259" cy="1239194"/>
                <a:chOff x="384694" y="1909916"/>
                <a:chExt cx="1434259" cy="1239194"/>
              </a:xfrm>
            </p:grpSpPr>
            <p:pic>
              <p:nvPicPr>
                <p:cNvPr id="58" name="Picture 57">
                  <a:extLst>
                    <a:ext uri="{FF2B5EF4-FFF2-40B4-BE49-F238E27FC236}">
                      <a16:creationId xmlns:a16="http://schemas.microsoft.com/office/drawing/2014/main" id="{D8811817-8F4A-F637-E8A9-2E0E75B2672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/>
              </p:blipFill>
              <p:spPr>
                <a:xfrm>
                  <a:off x="729112" y="1909916"/>
                  <a:ext cx="745422" cy="745422"/>
                </a:xfrm>
                <a:prstGeom prst="rect">
                  <a:avLst/>
                </a:prstGeom>
              </p:spPr>
            </p:pic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13E05F5E-0EEF-80AC-E6E6-9197CA627DC9}"/>
                    </a:ext>
                  </a:extLst>
                </p:cNvPr>
                <p:cNvSpPr txBox="1"/>
                <p:nvPr/>
              </p:nvSpPr>
              <p:spPr>
                <a:xfrm>
                  <a:off x="384694" y="2779778"/>
                  <a:ext cx="143425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dirty="0">
                      <a:latin typeface="Poppins Medium" panose="00000600000000000000" pitchFamily="2" charset="0"/>
                      <a:cs typeface="Poppins Medium" panose="00000600000000000000" pitchFamily="2" charset="0"/>
                    </a:rPr>
                    <a:t>Git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635557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34EED6-48D2-9A1E-6E77-85F305919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AB6CC251-A2D1-B1E8-6517-6021518955C4}"/>
              </a:ext>
            </a:extLst>
          </p:cNvPr>
          <p:cNvGrpSpPr/>
          <p:nvPr/>
        </p:nvGrpSpPr>
        <p:grpSpPr>
          <a:xfrm>
            <a:off x="-761992" y="0"/>
            <a:ext cx="13715984" cy="6855107"/>
            <a:chOff x="-678418" y="2893"/>
            <a:chExt cx="13715984" cy="685510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196F698-3289-25DE-A3D7-DACE2180D6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2895"/>
              <a:ext cx="3428996" cy="342899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9D8A0A5-95D7-3690-827B-C577F42DC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3429004"/>
              <a:ext cx="3428996" cy="342899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499CB19-EEED-9F4D-4A91-89039789A7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2894"/>
              <a:ext cx="3428996" cy="342899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8ADE900-FB93-D6BA-25F9-C36ED696B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3429003"/>
              <a:ext cx="3428996" cy="342899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EABDAC0-E1BF-AAF3-5095-35B7E2669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2894"/>
              <a:ext cx="3428996" cy="342899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8536313-DA1D-7A5E-A52A-ECEBE8A6FD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3429003"/>
              <a:ext cx="3428996" cy="342899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1E8FE895-F351-556C-8ECF-19FB58E239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2893"/>
              <a:ext cx="3428996" cy="342899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FE2FDA3-60ED-5478-43F6-4F127A9A3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3429002"/>
              <a:ext cx="3428996" cy="3428996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EA5AB86-CE37-7FC0-0021-48959E390208}"/>
              </a:ext>
            </a:extLst>
          </p:cNvPr>
          <p:cNvSpPr txBox="1"/>
          <p:nvPr/>
        </p:nvSpPr>
        <p:spPr>
          <a:xfrm>
            <a:off x="4517923" y="413602"/>
            <a:ext cx="31561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Anton" pitchFamily="2" charset="0"/>
              </a:rPr>
              <a:t>DATABASE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AB6FA30-F54C-766D-D251-0625A88E3B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929" y="413602"/>
            <a:ext cx="524789" cy="5247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27DE35C8-CD1E-9E2C-65A1-D8A35F9E84E4}"/>
              </a:ext>
            </a:extLst>
          </p:cNvPr>
          <p:cNvCxnSpPr>
            <a:cxnSpLocks/>
            <a:stCxn id="25" idx="2"/>
            <a:endCxn id="26" idx="0"/>
          </p:cNvCxnSpPr>
          <p:nvPr/>
        </p:nvCxnSpPr>
        <p:spPr>
          <a:xfrm rot="5400000">
            <a:off x="2694246" y="519651"/>
            <a:ext cx="1959813" cy="48436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D3023454-A98B-4A41-8BBE-671AE35E4B95}"/>
              </a:ext>
            </a:extLst>
          </p:cNvPr>
          <p:cNvCxnSpPr>
            <a:cxnSpLocks/>
            <a:stCxn id="25" idx="2"/>
            <a:endCxn id="28" idx="0"/>
          </p:cNvCxnSpPr>
          <p:nvPr/>
        </p:nvCxnSpPr>
        <p:spPr>
          <a:xfrm rot="5400000">
            <a:off x="3693397" y="1518802"/>
            <a:ext cx="1959813" cy="28453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F0B73BC0-342B-B742-D668-F3E51D85E262}"/>
              </a:ext>
            </a:extLst>
          </p:cNvPr>
          <p:cNvCxnSpPr>
            <a:cxnSpLocks/>
            <a:stCxn id="25" idx="2"/>
            <a:endCxn id="29" idx="0"/>
          </p:cNvCxnSpPr>
          <p:nvPr/>
        </p:nvCxnSpPr>
        <p:spPr>
          <a:xfrm rot="5400000">
            <a:off x="4600251" y="2425656"/>
            <a:ext cx="1959813" cy="103168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69C7C905-BC9C-6C75-DD78-472342310227}"/>
              </a:ext>
            </a:extLst>
          </p:cNvPr>
          <p:cNvCxnSpPr>
            <a:cxnSpLocks/>
            <a:stCxn id="25" idx="2"/>
            <a:endCxn id="31" idx="0"/>
          </p:cNvCxnSpPr>
          <p:nvPr/>
        </p:nvCxnSpPr>
        <p:spPr>
          <a:xfrm rot="5400000">
            <a:off x="4785842" y="3268881"/>
            <a:ext cx="2617446" cy="287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AAEB46A2-8C50-0D74-AD0F-E8C6558A884E}"/>
              </a:ext>
            </a:extLst>
          </p:cNvPr>
          <p:cNvCxnSpPr>
            <a:cxnSpLocks/>
            <a:stCxn id="25" idx="2"/>
            <a:endCxn id="32" idx="0"/>
          </p:cNvCxnSpPr>
          <p:nvPr/>
        </p:nvCxnSpPr>
        <p:spPr>
          <a:xfrm rot="16200000" flipH="1">
            <a:off x="6100398" y="1957195"/>
            <a:ext cx="1023681" cy="1032476"/>
          </a:xfrm>
          <a:prstGeom prst="bentConnector3">
            <a:avLst>
              <a:gd name="adj1" fmla="val 6344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F00B312E-1FD5-3F43-0B63-EED7DDC05278}"/>
              </a:ext>
            </a:extLst>
          </p:cNvPr>
          <p:cNvCxnSpPr>
            <a:cxnSpLocks/>
            <a:stCxn id="25" idx="2"/>
            <a:endCxn id="33" idx="0"/>
          </p:cNvCxnSpPr>
          <p:nvPr/>
        </p:nvCxnSpPr>
        <p:spPr>
          <a:xfrm rot="16200000" flipH="1">
            <a:off x="7066201" y="991392"/>
            <a:ext cx="1279677" cy="322007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9B83BD82-FA34-3DEE-B82C-77499D2E4E9B}"/>
              </a:ext>
            </a:extLst>
          </p:cNvPr>
          <p:cNvGrpSpPr/>
          <p:nvPr/>
        </p:nvGrpSpPr>
        <p:grpSpPr>
          <a:xfrm>
            <a:off x="533937" y="1587968"/>
            <a:ext cx="11124126" cy="4494313"/>
            <a:chOff x="533937" y="1351993"/>
            <a:chExt cx="11124126" cy="4494313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F4698049-FE01-1D84-CF9A-9127BC386519}"/>
                </a:ext>
              </a:extLst>
            </p:cNvPr>
            <p:cNvSpPr/>
            <p:nvPr/>
          </p:nvSpPr>
          <p:spPr>
            <a:xfrm>
              <a:off x="5622410" y="1351993"/>
              <a:ext cx="947180" cy="373625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Users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2F5D2C64-68BD-C678-DD4A-FEE89BE86DEE}"/>
                </a:ext>
              </a:extLst>
            </p:cNvPr>
            <p:cNvSpPr/>
            <p:nvPr/>
          </p:nvSpPr>
          <p:spPr>
            <a:xfrm>
              <a:off x="533937" y="3685431"/>
              <a:ext cx="1436733" cy="373625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Payments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BFD0D643-096F-3AA9-8973-D258310DD5A0}"/>
                </a:ext>
              </a:extLst>
            </p:cNvPr>
            <p:cNvSpPr/>
            <p:nvPr/>
          </p:nvSpPr>
          <p:spPr>
            <a:xfrm>
              <a:off x="2696995" y="3685431"/>
              <a:ext cx="1107220" cy="373625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Orders</a:t>
              </a:r>
            </a:p>
          </p:txBody>
        </p:sp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9523CDAB-DAE0-033E-FB19-0FA53E00CA15}"/>
                </a:ext>
              </a:extLst>
            </p:cNvPr>
            <p:cNvSpPr/>
            <p:nvPr/>
          </p:nvSpPr>
          <p:spPr>
            <a:xfrm>
              <a:off x="4334268" y="3685431"/>
              <a:ext cx="1460090" cy="373625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Addresses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D528B845-5C98-1290-CCBB-22F34CCA103B}"/>
                </a:ext>
              </a:extLst>
            </p:cNvPr>
            <p:cNvSpPr/>
            <p:nvPr/>
          </p:nvSpPr>
          <p:spPr>
            <a:xfrm>
              <a:off x="2439787" y="4412054"/>
              <a:ext cx="1621637" cy="373625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 err="1">
                  <a:latin typeface="Poppins Medium" panose="00000600000000000000" pitchFamily="2" charset="0"/>
                  <a:cs typeface="Poppins Medium" panose="00000600000000000000" pitchFamily="2" charset="0"/>
                </a:rPr>
                <a:t>OrderItems</a:t>
              </a:r>
              <a:endParaRPr lang="en-IN" dirty="0"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B6490250-9105-07E3-E036-58842751D9E4}"/>
                </a:ext>
              </a:extLst>
            </p:cNvPr>
            <p:cNvSpPr/>
            <p:nvPr/>
          </p:nvSpPr>
          <p:spPr>
            <a:xfrm>
              <a:off x="5063814" y="4343064"/>
              <a:ext cx="2058630" cy="373625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 err="1">
                  <a:latin typeface="Poppins Medium" panose="00000600000000000000" pitchFamily="2" charset="0"/>
                  <a:cs typeface="Poppins Medium" panose="00000600000000000000" pitchFamily="2" charset="0"/>
                </a:rPr>
                <a:t>ProductReviews</a:t>
              </a:r>
              <a:endParaRPr lang="en-IN" dirty="0"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E8CCBB30-86A9-1F03-1040-A993D6684370}"/>
                </a:ext>
              </a:extLst>
            </p:cNvPr>
            <p:cNvSpPr/>
            <p:nvPr/>
          </p:nvSpPr>
          <p:spPr>
            <a:xfrm>
              <a:off x="6595827" y="2749299"/>
              <a:ext cx="1065297" cy="373625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Sellers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29EA5FD7-892B-32A9-5332-92795F0A0EF1}"/>
                </a:ext>
              </a:extLst>
            </p:cNvPr>
            <p:cNvSpPr/>
            <p:nvPr/>
          </p:nvSpPr>
          <p:spPr>
            <a:xfrm>
              <a:off x="8711087" y="3005295"/>
              <a:ext cx="1209982" cy="373625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Wishlist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8D9DCC1C-76B6-FA00-6361-A1546B9DEDA5}"/>
                </a:ext>
              </a:extLst>
            </p:cNvPr>
            <p:cNvSpPr/>
            <p:nvPr/>
          </p:nvSpPr>
          <p:spPr>
            <a:xfrm>
              <a:off x="10448081" y="3005294"/>
              <a:ext cx="1209982" cy="373625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Offers</a:t>
              </a: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E3BE3E7B-2271-24A7-EE73-ACE84C4531B8}"/>
                </a:ext>
              </a:extLst>
            </p:cNvPr>
            <p:cNvSpPr/>
            <p:nvPr/>
          </p:nvSpPr>
          <p:spPr>
            <a:xfrm>
              <a:off x="9203625" y="3911348"/>
              <a:ext cx="1908441" cy="373625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 err="1">
                  <a:latin typeface="Poppins Medium" panose="00000600000000000000" pitchFamily="2" charset="0"/>
                  <a:cs typeface="Poppins Medium" panose="00000600000000000000" pitchFamily="2" charset="0"/>
                </a:rPr>
                <a:t>ShoppingCart</a:t>
              </a:r>
              <a:endParaRPr lang="en-IN" dirty="0">
                <a:latin typeface="Poppins Medium" panose="00000600000000000000" pitchFamily="2" charset="0"/>
                <a:cs typeface="Poppins Medium" panose="00000600000000000000" pitchFamily="2" charset="0"/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655ADC5E-B273-7742-1FF8-848F859E6B5F}"/>
                </a:ext>
              </a:extLst>
            </p:cNvPr>
            <p:cNvSpPr/>
            <p:nvPr/>
          </p:nvSpPr>
          <p:spPr>
            <a:xfrm>
              <a:off x="6521562" y="5472681"/>
              <a:ext cx="1533215" cy="373625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Categories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A4BDADFB-FBC9-DBE6-5B56-D4603A9146CD}"/>
                </a:ext>
              </a:extLst>
            </p:cNvPr>
            <p:cNvSpPr/>
            <p:nvPr/>
          </p:nvSpPr>
          <p:spPr>
            <a:xfrm>
              <a:off x="8288735" y="5454225"/>
              <a:ext cx="1065297" cy="373625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Brands</a:t>
              </a:r>
            </a:p>
          </p:txBody>
        </p: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06DEDC0F-FB51-0D6A-817E-D9298814685A}"/>
                </a:ext>
              </a:extLst>
            </p:cNvPr>
            <p:cNvCxnSpPr>
              <a:cxnSpLocks/>
              <a:stCxn id="26" idx="3"/>
              <a:endCxn id="28" idx="1"/>
            </p:cNvCxnSpPr>
            <p:nvPr/>
          </p:nvCxnSpPr>
          <p:spPr>
            <a:xfrm>
              <a:off x="1970670" y="3872244"/>
              <a:ext cx="7263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B67B4D89-CB2E-3166-EF0B-4A359CA887D9}"/>
                </a:ext>
              </a:extLst>
            </p:cNvPr>
            <p:cNvCxnSpPr>
              <a:stCxn id="28" idx="2"/>
              <a:endCxn id="30" idx="0"/>
            </p:cNvCxnSpPr>
            <p:nvPr/>
          </p:nvCxnSpPr>
          <p:spPr>
            <a:xfrm>
              <a:off x="3250605" y="4059056"/>
              <a:ext cx="1" cy="3529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A1DA4C75-0582-4984-70C9-AEB459D83120}"/>
                </a:ext>
              </a:extLst>
            </p:cNvPr>
            <p:cNvCxnSpPr>
              <a:stCxn id="29" idx="1"/>
              <a:endCxn id="28" idx="3"/>
            </p:cNvCxnSpPr>
            <p:nvPr/>
          </p:nvCxnSpPr>
          <p:spPr>
            <a:xfrm flipH="1">
              <a:off x="3804215" y="3872244"/>
              <a:ext cx="53005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Rectangle: Rounded Corners 72">
              <a:extLst>
                <a:ext uri="{FF2B5EF4-FFF2-40B4-BE49-F238E27FC236}">
                  <a16:creationId xmlns:a16="http://schemas.microsoft.com/office/drawing/2014/main" id="{2CA33617-AE5C-8EB0-C536-B5CAB0513F28}"/>
                </a:ext>
              </a:extLst>
            </p:cNvPr>
            <p:cNvSpPr/>
            <p:nvPr/>
          </p:nvSpPr>
          <p:spPr>
            <a:xfrm>
              <a:off x="7366216" y="4334322"/>
              <a:ext cx="1363398" cy="373625"/>
            </a:xfrm>
            <a:prstGeom prst="roundRect">
              <a:avLst/>
            </a:prstGeom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Poppins Medium" panose="00000600000000000000" pitchFamily="2" charset="0"/>
                  <a:cs typeface="Poppins Medium" panose="00000600000000000000" pitchFamily="2" charset="0"/>
                </a:rPr>
                <a:t>Products</a:t>
              </a:r>
            </a:p>
          </p:txBody>
        </p:sp>
        <p:cxnSp>
          <p:nvCxnSpPr>
            <p:cNvPr id="77" name="Connector: Elbow 76">
              <a:extLst>
                <a:ext uri="{FF2B5EF4-FFF2-40B4-BE49-F238E27FC236}">
                  <a16:creationId xmlns:a16="http://schemas.microsoft.com/office/drawing/2014/main" id="{AF8C91DB-BF46-8BF8-328A-8B8F533DC4E3}"/>
                </a:ext>
              </a:extLst>
            </p:cNvPr>
            <p:cNvCxnSpPr>
              <a:stCxn id="32" idx="2"/>
              <a:endCxn id="73" idx="0"/>
            </p:cNvCxnSpPr>
            <p:nvPr/>
          </p:nvCxnSpPr>
          <p:spPr>
            <a:xfrm rot="16200000" flipH="1">
              <a:off x="6982496" y="3268903"/>
              <a:ext cx="1211398" cy="919439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9" name="Connector: Elbow 78">
              <a:extLst>
                <a:ext uri="{FF2B5EF4-FFF2-40B4-BE49-F238E27FC236}">
                  <a16:creationId xmlns:a16="http://schemas.microsoft.com/office/drawing/2014/main" id="{D57CB22F-F8E0-53E0-416F-B514CF8065B1}"/>
                </a:ext>
              </a:extLst>
            </p:cNvPr>
            <p:cNvCxnSpPr>
              <a:cxnSpLocks/>
              <a:stCxn id="33" idx="2"/>
              <a:endCxn id="50" idx="0"/>
            </p:cNvCxnSpPr>
            <p:nvPr/>
          </p:nvCxnSpPr>
          <p:spPr>
            <a:xfrm rot="16200000" flipH="1">
              <a:off x="9470748" y="3224250"/>
              <a:ext cx="532428" cy="841768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1" name="Connector: Elbow 80">
              <a:extLst>
                <a:ext uri="{FF2B5EF4-FFF2-40B4-BE49-F238E27FC236}">
                  <a16:creationId xmlns:a16="http://schemas.microsoft.com/office/drawing/2014/main" id="{11817230-7B08-A27F-7BF2-1B6CAAAA049A}"/>
                </a:ext>
              </a:extLst>
            </p:cNvPr>
            <p:cNvCxnSpPr>
              <a:cxnSpLocks/>
              <a:stCxn id="50" idx="1"/>
              <a:endCxn id="73" idx="0"/>
            </p:cNvCxnSpPr>
            <p:nvPr/>
          </p:nvCxnSpPr>
          <p:spPr>
            <a:xfrm rot="10800000" flipV="1">
              <a:off x="8047915" y="4098160"/>
              <a:ext cx="1155710" cy="236161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3" name="Connector: Elbow 82">
              <a:extLst>
                <a:ext uri="{FF2B5EF4-FFF2-40B4-BE49-F238E27FC236}">
                  <a16:creationId xmlns:a16="http://schemas.microsoft.com/office/drawing/2014/main" id="{0A2DEA06-3433-20E8-C918-853C7D7BE233}"/>
                </a:ext>
              </a:extLst>
            </p:cNvPr>
            <p:cNvCxnSpPr>
              <a:stCxn id="73" idx="3"/>
              <a:endCxn id="52" idx="0"/>
            </p:cNvCxnSpPr>
            <p:nvPr/>
          </p:nvCxnSpPr>
          <p:spPr>
            <a:xfrm>
              <a:off x="8729614" y="4521135"/>
              <a:ext cx="91770" cy="933090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1081BDC9-9C99-C332-A24D-AA8B0C1BB864}"/>
                </a:ext>
              </a:extLst>
            </p:cNvPr>
            <p:cNvCxnSpPr>
              <a:cxnSpLocks/>
              <a:stCxn id="73" idx="1"/>
              <a:endCxn id="51" idx="0"/>
            </p:cNvCxnSpPr>
            <p:nvPr/>
          </p:nvCxnSpPr>
          <p:spPr>
            <a:xfrm rot="10800000" flipV="1">
              <a:off x="7288170" y="4521135"/>
              <a:ext cx="78046" cy="95154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55982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6B364E-6097-4508-642C-AFE13F32A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B6D027AF-99C7-DED4-BD9D-1F5B20A99E42}"/>
              </a:ext>
            </a:extLst>
          </p:cNvPr>
          <p:cNvGrpSpPr/>
          <p:nvPr/>
        </p:nvGrpSpPr>
        <p:grpSpPr>
          <a:xfrm>
            <a:off x="-761992" y="0"/>
            <a:ext cx="13715984" cy="6855107"/>
            <a:chOff x="-678418" y="2893"/>
            <a:chExt cx="13715984" cy="685510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4174E65-5DCB-8EF6-7543-5F5650A51C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2895"/>
              <a:ext cx="3428996" cy="342899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CAF89D6-36CE-E3CC-39CB-D43A70D463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3429004"/>
              <a:ext cx="3428996" cy="342899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AA19A8B-905B-A5AB-8417-1359ACEE7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2894"/>
              <a:ext cx="3428996" cy="342899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21EFE2F-E159-5958-A486-1775357F1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3429003"/>
              <a:ext cx="3428996" cy="342899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0A7528B-CB46-F731-6395-37548983B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2894"/>
              <a:ext cx="3428996" cy="342899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A682E25-70F5-E119-A9D9-6DF9961899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3429003"/>
              <a:ext cx="3428996" cy="342899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B37CEB07-6745-2867-BF57-5FB4BDA69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2893"/>
              <a:ext cx="3428996" cy="342899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0D3901C-230F-B780-B11D-84141024A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3429002"/>
              <a:ext cx="3428996" cy="3428996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5028C3A-7F4F-E8E9-1E27-9A67835C802E}"/>
              </a:ext>
            </a:extLst>
          </p:cNvPr>
          <p:cNvSpPr txBox="1"/>
          <p:nvPr/>
        </p:nvSpPr>
        <p:spPr>
          <a:xfrm>
            <a:off x="4215581" y="413602"/>
            <a:ext cx="3760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Anton" pitchFamily="2" charset="0"/>
              </a:rPr>
              <a:t>PROJECT STRUCTURE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F44ED07-2DB0-80AB-1262-CF48A48713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929" y="413602"/>
            <a:ext cx="524789" cy="5247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B392E11-587E-7742-AD1B-6B117D484D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3278" y="1129816"/>
            <a:ext cx="9645445" cy="5425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621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A0A440-B92D-79AF-27EF-1DF53B2DF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6F5DF2E0-9B72-B6C3-B755-F07A4E64D15E}"/>
              </a:ext>
            </a:extLst>
          </p:cNvPr>
          <p:cNvGrpSpPr/>
          <p:nvPr/>
        </p:nvGrpSpPr>
        <p:grpSpPr>
          <a:xfrm>
            <a:off x="-761992" y="0"/>
            <a:ext cx="13715984" cy="6855107"/>
            <a:chOff x="-678418" y="2893"/>
            <a:chExt cx="13715984" cy="685510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C0D60C5-26A4-175C-3CC5-956F328A03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2895"/>
              <a:ext cx="3428996" cy="342899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2D99A4F-7FAF-D7A6-171C-CFC3B9384E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3429004"/>
              <a:ext cx="3428996" cy="342899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34254634-833A-78F8-F6BB-316C53590D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2894"/>
              <a:ext cx="3428996" cy="342899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8BDACEF9-E907-43FD-301C-CE0E315414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3429003"/>
              <a:ext cx="3428996" cy="342899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6A95D88-DFAF-C740-F9B3-29E80F5B7A6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2894"/>
              <a:ext cx="3428996" cy="342899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9704146-D361-F8BD-DEDB-08F8AC32B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3429003"/>
              <a:ext cx="3428996" cy="342899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CDA40BEF-22D6-52E8-0AEC-07949B15E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2893"/>
              <a:ext cx="3428996" cy="342899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33B56DA-2FEF-4E04-0965-F5630C8C8E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3429002"/>
              <a:ext cx="3428996" cy="3428996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5011FBEA-CCBE-EF23-B64A-4413AF8200A0}"/>
              </a:ext>
            </a:extLst>
          </p:cNvPr>
          <p:cNvSpPr txBox="1"/>
          <p:nvPr/>
        </p:nvSpPr>
        <p:spPr>
          <a:xfrm>
            <a:off x="4215581" y="413602"/>
            <a:ext cx="3760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Anton" pitchFamily="2" charset="0"/>
              </a:rPr>
              <a:t>APPLICATION FLOW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BF4FBC-0CF1-5248-5BCF-C9BC020358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929" y="413602"/>
            <a:ext cx="524789" cy="5247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540D66D-A0A2-10B6-3F2B-B9383DDAF400}"/>
              </a:ext>
            </a:extLst>
          </p:cNvPr>
          <p:cNvSpPr/>
          <p:nvPr/>
        </p:nvSpPr>
        <p:spPr>
          <a:xfrm>
            <a:off x="796413" y="1700981"/>
            <a:ext cx="1366684" cy="924232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Poppins Medium" panose="00000600000000000000" pitchFamily="2" charset="0"/>
                <a:cs typeface="Poppins Medium" panose="00000600000000000000" pitchFamily="2" charset="0"/>
              </a:rPr>
              <a:t>React</a:t>
            </a:r>
          </a:p>
          <a:p>
            <a:pPr algn="ctr"/>
            <a:r>
              <a:rPr lang="en-IN" dirty="0">
                <a:latin typeface="Poppins Medium" panose="00000600000000000000" pitchFamily="2" charset="0"/>
                <a:cs typeface="Poppins Medium" panose="00000600000000000000" pitchFamily="2" charset="0"/>
              </a:rPr>
              <a:t>Frontend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9555E8-5FE7-D5D7-3716-D9BFB3161714}"/>
              </a:ext>
            </a:extLst>
          </p:cNvPr>
          <p:cNvSpPr/>
          <p:nvPr/>
        </p:nvSpPr>
        <p:spPr>
          <a:xfrm>
            <a:off x="2941072" y="1902650"/>
            <a:ext cx="1366684" cy="520894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Axios</a:t>
            </a:r>
          </a:p>
          <a:p>
            <a:pPr algn="ctr"/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API Calls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54FF923-C301-D2F9-4C81-CF29271B879E}"/>
              </a:ext>
            </a:extLst>
          </p:cNvPr>
          <p:cNvSpPr/>
          <p:nvPr/>
        </p:nvSpPr>
        <p:spPr>
          <a:xfrm>
            <a:off x="5085731" y="1700981"/>
            <a:ext cx="1366684" cy="924232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Poppins Medium" panose="00000600000000000000" pitchFamily="2" charset="0"/>
                <a:cs typeface="Poppins Medium" panose="00000600000000000000" pitchFamily="2" charset="0"/>
              </a:rPr>
              <a:t>ASP .NET</a:t>
            </a:r>
          </a:p>
          <a:p>
            <a:pPr algn="ctr"/>
            <a:r>
              <a:rPr lang="en-IN" dirty="0">
                <a:latin typeface="Poppins Medium" panose="00000600000000000000" pitchFamily="2" charset="0"/>
                <a:cs typeface="Poppins Medium" panose="00000600000000000000" pitchFamily="2" charset="0"/>
              </a:rPr>
              <a:t>Web API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D4979E6-A3A4-E8F2-EC61-5B4D7B13CABA}"/>
              </a:ext>
            </a:extLst>
          </p:cNvPr>
          <p:cNvCxnSpPr>
            <a:stCxn id="3" idx="3"/>
            <a:endCxn id="7" idx="1"/>
          </p:cNvCxnSpPr>
          <p:nvPr/>
        </p:nvCxnSpPr>
        <p:spPr>
          <a:xfrm>
            <a:off x="2163097" y="2163097"/>
            <a:ext cx="292263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B2EB999-688E-E29B-946F-486912E13CBB}"/>
              </a:ext>
            </a:extLst>
          </p:cNvPr>
          <p:cNvSpPr/>
          <p:nvPr/>
        </p:nvSpPr>
        <p:spPr>
          <a:xfrm>
            <a:off x="7677754" y="3580129"/>
            <a:ext cx="1366684" cy="520894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Services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D379999-F392-FC7D-D979-0DCB5413FC6E}"/>
              </a:ext>
            </a:extLst>
          </p:cNvPr>
          <p:cNvSpPr/>
          <p:nvPr/>
        </p:nvSpPr>
        <p:spPr>
          <a:xfrm>
            <a:off x="7677754" y="1997604"/>
            <a:ext cx="1366684" cy="520894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Controllers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B4B51D4-C717-F53E-C033-84C9BD97C727}"/>
              </a:ext>
            </a:extLst>
          </p:cNvPr>
          <p:cNvSpPr/>
          <p:nvPr/>
        </p:nvSpPr>
        <p:spPr>
          <a:xfrm>
            <a:off x="7677754" y="2798501"/>
            <a:ext cx="1366684" cy="520894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Interface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B17EB83-70F5-0538-CA9F-966FDE2FA956}"/>
              </a:ext>
            </a:extLst>
          </p:cNvPr>
          <p:cNvSpPr/>
          <p:nvPr/>
        </p:nvSpPr>
        <p:spPr>
          <a:xfrm>
            <a:off x="7677754" y="4429172"/>
            <a:ext cx="1366684" cy="566154"/>
          </a:xfrm>
          <a:prstGeom prst="round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EF Core</a:t>
            </a:r>
          </a:p>
          <a:p>
            <a:pPr algn="ctr"/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(</a:t>
            </a:r>
            <a:r>
              <a:rPr lang="en-IN" sz="1400" dirty="0" err="1">
                <a:latin typeface="Poppins Medium" panose="00000600000000000000" pitchFamily="2" charset="0"/>
                <a:cs typeface="Poppins Medium" panose="00000600000000000000" pitchFamily="2" charset="0"/>
              </a:rPr>
              <a:t>DbContext</a:t>
            </a:r>
            <a:r>
              <a:rPr lang="en-IN" sz="1400" dirty="0">
                <a:latin typeface="Poppins Medium" panose="00000600000000000000" pitchFamily="2" charset="0"/>
                <a:cs typeface="Poppins Medium" panose="00000600000000000000" pitchFamily="2" charset="0"/>
              </a:rPr>
              <a:t>)</a:t>
            </a:r>
          </a:p>
        </p:txBody>
      </p:sp>
      <p:sp>
        <p:nvSpPr>
          <p:cNvPr id="26" name="Cylinder 25">
            <a:extLst>
              <a:ext uri="{FF2B5EF4-FFF2-40B4-BE49-F238E27FC236}">
                <a16:creationId xmlns:a16="http://schemas.microsoft.com/office/drawing/2014/main" id="{498F5174-7FF7-E807-3D15-A218A4CB5404}"/>
              </a:ext>
            </a:extLst>
          </p:cNvPr>
          <p:cNvSpPr/>
          <p:nvPr/>
        </p:nvSpPr>
        <p:spPr>
          <a:xfrm>
            <a:off x="10279618" y="1705312"/>
            <a:ext cx="959876" cy="959230"/>
          </a:xfrm>
          <a:prstGeom prst="can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Poppins Medium" panose="00000600000000000000" pitchFamily="2" charset="0"/>
                <a:cs typeface="Poppins Medium" panose="00000600000000000000" pitchFamily="2" charset="0"/>
              </a:rPr>
              <a:t>SQL</a:t>
            </a:r>
          </a:p>
          <a:p>
            <a:pPr algn="ctr"/>
            <a:r>
              <a:rPr lang="en-IN" dirty="0">
                <a:latin typeface="Poppins Medium" panose="00000600000000000000" pitchFamily="2" charset="0"/>
                <a:cs typeface="Poppins Medium" panose="00000600000000000000" pitchFamily="2" charset="0"/>
              </a:rPr>
              <a:t>Server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66A3F08-E729-F145-A91B-6DDE3018B8F2}"/>
              </a:ext>
            </a:extLst>
          </p:cNvPr>
          <p:cNvSpPr/>
          <p:nvPr/>
        </p:nvSpPr>
        <p:spPr>
          <a:xfrm>
            <a:off x="7321339" y="1715762"/>
            <a:ext cx="2131138" cy="3711677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114F4F5-62AC-B8B5-9B9A-53295D0A9EB1}"/>
              </a:ext>
            </a:extLst>
          </p:cNvPr>
          <p:cNvCxnSpPr/>
          <p:nvPr/>
        </p:nvCxnSpPr>
        <p:spPr>
          <a:xfrm>
            <a:off x="6459794" y="2133600"/>
            <a:ext cx="8615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8A115D5-92BA-A135-99E3-1A5389A8B435}"/>
              </a:ext>
            </a:extLst>
          </p:cNvPr>
          <p:cNvCxnSpPr>
            <a:cxnSpLocks/>
            <a:endCxn id="26" idx="2"/>
          </p:cNvCxnSpPr>
          <p:nvPr/>
        </p:nvCxnSpPr>
        <p:spPr>
          <a:xfrm>
            <a:off x="9452477" y="2184927"/>
            <a:ext cx="8271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CF38B57-B475-3CF5-A480-6A89A1177A2B}"/>
              </a:ext>
            </a:extLst>
          </p:cNvPr>
          <p:cNvCxnSpPr>
            <a:endCxn id="20" idx="0"/>
          </p:cNvCxnSpPr>
          <p:nvPr/>
        </p:nvCxnSpPr>
        <p:spPr>
          <a:xfrm flipH="1">
            <a:off x="8361096" y="2536723"/>
            <a:ext cx="6156" cy="2617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B9C1C88E-93ED-7EF6-148E-95390E9FD81A}"/>
              </a:ext>
            </a:extLst>
          </p:cNvPr>
          <p:cNvCxnSpPr>
            <a:stCxn id="20" idx="2"/>
            <a:endCxn id="13" idx="0"/>
          </p:cNvCxnSpPr>
          <p:nvPr/>
        </p:nvCxnSpPr>
        <p:spPr>
          <a:xfrm>
            <a:off x="8361096" y="3319395"/>
            <a:ext cx="0" cy="260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BCBDC0C-FA58-DC64-23A2-BB5E6B2B5C12}"/>
              </a:ext>
            </a:extLst>
          </p:cNvPr>
          <p:cNvCxnSpPr>
            <a:stCxn id="13" idx="2"/>
            <a:endCxn id="25" idx="0"/>
          </p:cNvCxnSpPr>
          <p:nvPr/>
        </p:nvCxnSpPr>
        <p:spPr>
          <a:xfrm>
            <a:off x="8361096" y="4101023"/>
            <a:ext cx="0" cy="3281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0323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2BA7D0-2C9E-E148-7FDC-4DDFC730D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6AF59570-67A9-CE3E-5A30-ADB6E08F1C8E}"/>
              </a:ext>
            </a:extLst>
          </p:cNvPr>
          <p:cNvGrpSpPr/>
          <p:nvPr/>
        </p:nvGrpSpPr>
        <p:grpSpPr>
          <a:xfrm>
            <a:off x="-761992" y="0"/>
            <a:ext cx="13715984" cy="6855107"/>
            <a:chOff x="-678418" y="2893"/>
            <a:chExt cx="13715984" cy="685510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00E5201A-5A90-C87C-1048-2C6DA35FD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2895"/>
              <a:ext cx="3428996" cy="342899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E91E2CB-5382-3E95-4915-27AB9EB16E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3429004"/>
              <a:ext cx="3428996" cy="342899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D10924E-A456-A5FB-B173-5977C5ECC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2894"/>
              <a:ext cx="3428996" cy="342899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8D0FF23-1474-8796-D0DF-43F78F875F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3429003"/>
              <a:ext cx="3428996" cy="342899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53CF9A2-D6CA-006A-2C88-03DCF966B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2894"/>
              <a:ext cx="3428996" cy="342899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71CD05C-3502-14F8-6EF8-613A632EC5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3429003"/>
              <a:ext cx="3428996" cy="342899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9D957962-10BE-1CA0-9F94-0369077F23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2893"/>
              <a:ext cx="3428996" cy="342899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386A268C-E05A-A67C-DFCE-F73D9009B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3429002"/>
              <a:ext cx="3428996" cy="3428996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020079D-ADE2-B753-2AED-C38EB9674FC5}"/>
              </a:ext>
            </a:extLst>
          </p:cNvPr>
          <p:cNvSpPr txBox="1"/>
          <p:nvPr/>
        </p:nvSpPr>
        <p:spPr>
          <a:xfrm>
            <a:off x="4215581" y="413602"/>
            <a:ext cx="3760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Anton" pitchFamily="2" charset="0"/>
              </a:rPr>
              <a:t>PROJECT STRUCTURE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A104753-3F13-F2C5-5124-DB652E571C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929" y="413602"/>
            <a:ext cx="524789" cy="5247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A7B4159-EE53-438F-12C4-5ED94CCE90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209035" y="1242883"/>
            <a:ext cx="3658191" cy="51778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CF88C0-4AF7-0968-A0D2-CB93A56618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17165" y="1219201"/>
            <a:ext cx="3865801" cy="29637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97014E-FF35-8477-0994-3971FE6CC5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7165" y="4285706"/>
            <a:ext cx="3865801" cy="2145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325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38FCCC-9DB0-2294-1674-6458D1AF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891D71E3-27B6-80FF-D2DB-8A8C2A14F4A9}"/>
              </a:ext>
            </a:extLst>
          </p:cNvPr>
          <p:cNvGrpSpPr/>
          <p:nvPr/>
        </p:nvGrpSpPr>
        <p:grpSpPr>
          <a:xfrm>
            <a:off x="-761992" y="0"/>
            <a:ext cx="13715984" cy="6855107"/>
            <a:chOff x="-678418" y="2893"/>
            <a:chExt cx="13715984" cy="685510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52D04C39-8AF1-E99F-4F9D-2967C160DF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2895"/>
              <a:ext cx="3428996" cy="342899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D5DA43A-98DC-FAFD-CCA5-795DA9094F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3429004"/>
              <a:ext cx="3428996" cy="342899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672AB023-C38F-028F-A04C-545BEFF2C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2894"/>
              <a:ext cx="3428996" cy="342899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3B51084-174F-4A7E-28EF-94DC546D01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3429003"/>
              <a:ext cx="3428996" cy="342899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4348A32-484D-50BD-82B1-669BF96BC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2894"/>
              <a:ext cx="3428996" cy="342899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1ABA8ED-EC31-C6DD-E172-E03CD5D94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3429003"/>
              <a:ext cx="3428996" cy="342899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12C0010-C37A-283C-2F51-9A695B0A1A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2893"/>
              <a:ext cx="3428996" cy="342899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FDD0A222-23A3-BFD5-F5E6-AB096D6C9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3429002"/>
              <a:ext cx="3428996" cy="3428996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02F1DF1-5751-9436-3B5F-9E93925E12BC}"/>
              </a:ext>
            </a:extLst>
          </p:cNvPr>
          <p:cNvSpPr txBox="1"/>
          <p:nvPr/>
        </p:nvSpPr>
        <p:spPr>
          <a:xfrm>
            <a:off x="4215581" y="413602"/>
            <a:ext cx="3760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Anton" pitchFamily="2" charset="0"/>
              </a:rPr>
              <a:t>BACKEND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FA21D3-AA7C-86C7-DFA2-DA66682936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929" y="413602"/>
            <a:ext cx="524789" cy="5247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DD4821E-27C2-2C43-C1BB-88A221BBE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565" y="1233715"/>
            <a:ext cx="1501270" cy="310922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61AFCA-F372-3746-3F40-FE100BF21C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3364" y="1233715"/>
            <a:ext cx="1633075" cy="31252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82FB425-2038-FBAA-D324-9A26A0D144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0565" y="1233715"/>
            <a:ext cx="1756673" cy="310922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65D8D78-A5AC-91D0-F141-E03BCD6284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248" y="4532722"/>
            <a:ext cx="2305674" cy="203652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571F85E-F65E-FD4E-0FD1-25A90925D6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73878" y="4532722"/>
            <a:ext cx="2963910" cy="1001321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7FCDBB7-5F8D-C603-6E9D-183CF6182E5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868" y="1233715"/>
            <a:ext cx="1820571" cy="533553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6DB47B52-B361-61EB-C998-75BC3AA0772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59961" y="1233715"/>
            <a:ext cx="1780477" cy="312522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C8923189-715C-5062-EAA7-F7CDACB1CA9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36564" y="1233715"/>
            <a:ext cx="1998499" cy="31252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2D5C123-0025-7393-BC2B-3EBD4E2096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58080" y="4514576"/>
            <a:ext cx="3976983" cy="115818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EF73158-B8DA-1F7C-912D-CE6BE3AD0A8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666428" y="5831596"/>
            <a:ext cx="2971360" cy="72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496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199D75-8470-BD19-A67F-DC906D893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A7B4C48E-4D4B-AFD0-F0FA-B0E16BAF14C7}"/>
              </a:ext>
            </a:extLst>
          </p:cNvPr>
          <p:cNvGrpSpPr/>
          <p:nvPr/>
        </p:nvGrpSpPr>
        <p:grpSpPr>
          <a:xfrm>
            <a:off x="-761992" y="0"/>
            <a:ext cx="13715984" cy="6855107"/>
            <a:chOff x="-678418" y="2893"/>
            <a:chExt cx="13715984" cy="685510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968868A-53FD-1802-5D62-ED111C958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2895"/>
              <a:ext cx="3428996" cy="342899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E205481-4B12-8DD3-9D5B-D71202E96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3429004"/>
              <a:ext cx="3428996" cy="342899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66C7958-6001-D34F-9903-85E786C51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2894"/>
              <a:ext cx="3428996" cy="342899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B5BB89E-DE0F-593F-ED11-26A6AAD15D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3429003"/>
              <a:ext cx="3428996" cy="342899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62044DB-667D-157B-C255-183956C66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2894"/>
              <a:ext cx="3428996" cy="342899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6B597D83-04AF-DBE6-6F36-A8B465AF5B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3429003"/>
              <a:ext cx="3428996" cy="342899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FB207BFF-A229-E636-582D-EE228C60C9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2893"/>
              <a:ext cx="3428996" cy="342899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C9DC71D-CC90-1A29-BB6A-FDDAA46B24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3429002"/>
              <a:ext cx="3428996" cy="3428996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5AFC43B-ACE6-AE34-D5BA-2DCF35AC3C27}"/>
              </a:ext>
            </a:extLst>
          </p:cNvPr>
          <p:cNvSpPr txBox="1"/>
          <p:nvPr/>
        </p:nvSpPr>
        <p:spPr>
          <a:xfrm>
            <a:off x="4215581" y="413602"/>
            <a:ext cx="3760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Anton" pitchFamily="2" charset="0"/>
              </a:rPr>
              <a:t>FRONTEND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6646BA6-8FE9-A349-1360-CED85DDDB0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929" y="413602"/>
            <a:ext cx="524789" cy="5247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CC351E-B654-6B2D-7CA5-3C0AA761D4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899" y="1303157"/>
            <a:ext cx="1506227" cy="51107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8750CAF-4351-3D68-ECC2-A0FA956324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3406" y="1314733"/>
            <a:ext cx="1209915" cy="493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10F73F-8530-51D1-80AC-FB9172BF6D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3406" y="1904894"/>
            <a:ext cx="1219306" cy="115834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611DDF6-40A4-A514-BAF1-78C89662E1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6703" y="1314733"/>
            <a:ext cx="1617411" cy="512040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25602CA3-7E93-B7F2-1916-5F8897523E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7496" y="1303157"/>
            <a:ext cx="1658683" cy="1006086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42BD5062-BC1E-2058-3ED7-F3F29EBEA1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19619" y="3202525"/>
            <a:ext cx="1221790" cy="129961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8A0C3D43-11FB-0559-56FF-7545896974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7495" y="2454795"/>
            <a:ext cx="1628203" cy="1082385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E3DA54E-C6F2-CD5D-7722-FDA3259F5AD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59453" y="1314733"/>
            <a:ext cx="1617520" cy="5129665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963518D-4967-6103-7844-C4A724DA4BE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37602" y="3636390"/>
            <a:ext cx="1608095" cy="1223938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781CDFA7-BC78-F734-121F-397B61A9C1A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90728" y="1303157"/>
            <a:ext cx="1539373" cy="2911092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6FCC2EE2-8779-14C5-A0F7-2F38BDA2DC9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94856" y="4375201"/>
            <a:ext cx="1535245" cy="203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8785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27ED40-896B-5F5C-7A49-D1ACEFD46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A6273AE6-D8DA-52F2-F0E2-83F0CA3F22A1}"/>
              </a:ext>
            </a:extLst>
          </p:cNvPr>
          <p:cNvGrpSpPr/>
          <p:nvPr/>
        </p:nvGrpSpPr>
        <p:grpSpPr>
          <a:xfrm>
            <a:off x="-761992" y="0"/>
            <a:ext cx="13715984" cy="6855107"/>
            <a:chOff x="-678418" y="2893"/>
            <a:chExt cx="13715984" cy="685510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7E4610D2-AC1D-8470-227D-EEB28D941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2895"/>
              <a:ext cx="3428996" cy="342899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6945377-88F1-F51D-1CDD-2E1D6C43CF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3429004"/>
              <a:ext cx="3428996" cy="342899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2048716-5CF3-83C7-9E7A-6E6880771F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2894"/>
              <a:ext cx="3428996" cy="342899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92BAF4D-3918-1944-2FAF-7DBA697A7B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3429003"/>
              <a:ext cx="3428996" cy="342899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9C05BEC-99DC-4464-9DAA-9E10AE1EC0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2894"/>
              <a:ext cx="3428996" cy="342899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A5CA407-DEC1-26D3-D2D9-A8A90205AC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3429003"/>
              <a:ext cx="3428996" cy="342899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317F9EF3-2425-CF08-7608-F0E82D11FE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2893"/>
              <a:ext cx="3428996" cy="342899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EC840B1-C0ED-BAC5-941F-95428A506F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3429002"/>
              <a:ext cx="3428996" cy="3428996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F9D4170F-ED7E-936E-FC20-AC684A032F2E}"/>
              </a:ext>
            </a:extLst>
          </p:cNvPr>
          <p:cNvSpPr txBox="1"/>
          <p:nvPr/>
        </p:nvSpPr>
        <p:spPr>
          <a:xfrm>
            <a:off x="2253103" y="2456613"/>
            <a:ext cx="768579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dirty="0">
                <a:latin typeface="Anton" pitchFamily="2" charset="0"/>
              </a:rPr>
              <a:t>DEMO IMPLEMENTATION,</a:t>
            </a:r>
          </a:p>
          <a:p>
            <a:pPr algn="ctr"/>
            <a:r>
              <a:rPr lang="en-IN" sz="6000" dirty="0">
                <a:latin typeface="Anton" pitchFamily="2" charset="0"/>
              </a:rPr>
              <a:t>CODING &amp; TESTING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900195-C047-A7EB-6344-4F41AF3E8B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929" y="413602"/>
            <a:ext cx="524789" cy="5247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196363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34CF61-66BC-8DEE-6CC2-D1FFF6773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713602C9-F673-1EC4-EDCD-1CA348807586}"/>
              </a:ext>
            </a:extLst>
          </p:cNvPr>
          <p:cNvGrpSpPr/>
          <p:nvPr/>
        </p:nvGrpSpPr>
        <p:grpSpPr>
          <a:xfrm>
            <a:off x="-761992" y="0"/>
            <a:ext cx="13715984" cy="6855107"/>
            <a:chOff x="-678418" y="2893"/>
            <a:chExt cx="13715984" cy="685510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9B10730-0330-D2F1-432C-D18B7AC1B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2895"/>
              <a:ext cx="3428996" cy="342899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30B94C0-B28A-128E-9B9C-4C6F2E196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3429004"/>
              <a:ext cx="3428996" cy="342899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9171B5B-DC0A-6D13-E981-B6690DF65C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2894"/>
              <a:ext cx="3428996" cy="342899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0BF527B-237D-6EB8-8905-498735B4BB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3429003"/>
              <a:ext cx="3428996" cy="342899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9F0CDE63-0EF3-C9FB-4AD6-250C0A4121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2894"/>
              <a:ext cx="3428996" cy="342899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8DA8ACB-7961-EC29-7A18-690C1B98F7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3429003"/>
              <a:ext cx="3428996" cy="342899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4FC97C8-BECA-0B18-DC3E-AD76AE8FF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2893"/>
              <a:ext cx="3428996" cy="342899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F532180-7116-1FDD-36BA-BFFE9E4B56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3429002"/>
              <a:ext cx="3428996" cy="3428996"/>
            </a:xfrm>
            <a:prstGeom prst="rect">
              <a:avLst/>
            </a:prstGeom>
          </p:spPr>
        </p:pic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9C64875D-5336-1315-E3E9-2E07CAC1B3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929" y="413602"/>
            <a:ext cx="524789" cy="5247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603570-0376-B7B5-8A99-86A94538C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5356" y="258805"/>
            <a:ext cx="6081287" cy="63403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BEF613C-14AF-D890-B17D-F13DCE37CB51}"/>
              </a:ext>
            </a:extLst>
          </p:cNvPr>
          <p:cNvSpPr txBox="1"/>
          <p:nvPr/>
        </p:nvSpPr>
        <p:spPr>
          <a:xfrm>
            <a:off x="6587416" y="630051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✅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8D5D8D-B822-FB93-AA31-375E8B8005D3}"/>
              </a:ext>
            </a:extLst>
          </p:cNvPr>
          <p:cNvSpPr txBox="1"/>
          <p:nvPr/>
        </p:nvSpPr>
        <p:spPr>
          <a:xfrm>
            <a:off x="6568957" y="1416435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EDBD52-10AF-8EBC-E148-B93EF37EAF87}"/>
              </a:ext>
            </a:extLst>
          </p:cNvPr>
          <p:cNvSpPr txBox="1"/>
          <p:nvPr/>
        </p:nvSpPr>
        <p:spPr>
          <a:xfrm>
            <a:off x="5537085" y="2233299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B9B528-2134-9609-6507-FBE583868D7A}"/>
              </a:ext>
            </a:extLst>
          </p:cNvPr>
          <p:cNvSpPr txBox="1"/>
          <p:nvPr/>
        </p:nvSpPr>
        <p:spPr>
          <a:xfrm>
            <a:off x="7071018" y="2202976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816132-7DAB-46F8-14DA-A011DEE02C33}"/>
              </a:ext>
            </a:extLst>
          </p:cNvPr>
          <p:cNvSpPr txBox="1"/>
          <p:nvPr/>
        </p:nvSpPr>
        <p:spPr>
          <a:xfrm>
            <a:off x="6568956" y="3187621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✅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C231D1-5234-C666-D691-1B599922CA71}"/>
              </a:ext>
            </a:extLst>
          </p:cNvPr>
          <p:cNvSpPr txBox="1"/>
          <p:nvPr/>
        </p:nvSpPr>
        <p:spPr>
          <a:xfrm>
            <a:off x="6568955" y="4027985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6680B6-B3C1-7F5B-F358-B734F5F03137}"/>
              </a:ext>
            </a:extLst>
          </p:cNvPr>
          <p:cNvSpPr txBox="1"/>
          <p:nvPr/>
        </p:nvSpPr>
        <p:spPr>
          <a:xfrm>
            <a:off x="6568955" y="4771275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E94DA4-705D-F721-52D8-C0FF7BF08EC2}"/>
              </a:ext>
            </a:extLst>
          </p:cNvPr>
          <p:cNvSpPr txBox="1"/>
          <p:nvPr/>
        </p:nvSpPr>
        <p:spPr>
          <a:xfrm>
            <a:off x="6568954" y="5625077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✅</a:t>
            </a:r>
          </a:p>
        </p:txBody>
      </p:sp>
    </p:spTree>
    <p:extLst>
      <p:ext uri="{BB962C8B-B14F-4D97-AF65-F5344CB8AC3E}">
        <p14:creationId xmlns:p14="http://schemas.microsoft.com/office/powerpoint/2010/main" val="236884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  <p:bldP spid="10" grpId="0"/>
      <p:bldP spid="11" grpId="0"/>
      <p:bldP spid="12" grpId="0"/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2303F9-A716-5A72-62C8-AC03226AA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EC0CF09C-02C7-7BAC-0A08-61F5F3A3816A}"/>
              </a:ext>
            </a:extLst>
          </p:cNvPr>
          <p:cNvGrpSpPr/>
          <p:nvPr/>
        </p:nvGrpSpPr>
        <p:grpSpPr>
          <a:xfrm>
            <a:off x="-761992" y="0"/>
            <a:ext cx="13715984" cy="6855107"/>
            <a:chOff x="-678418" y="2893"/>
            <a:chExt cx="13715984" cy="685510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463843E-A93D-5F98-D143-6B43F0727F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2895"/>
              <a:ext cx="3428996" cy="342899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F327F6E-8CBF-0439-07B9-F7686A9EDE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3429004"/>
              <a:ext cx="3428996" cy="342899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C4F5A93-2948-035C-2321-2BA6BF4E7E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2894"/>
              <a:ext cx="3428996" cy="342899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241DA2BA-BCAA-9F36-AD74-5F57921FE6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3429003"/>
              <a:ext cx="3428996" cy="342899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8E75DE5-FB1C-2AF4-827A-5AE51F2A3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2894"/>
              <a:ext cx="3428996" cy="342899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2B71D7B-808F-6B22-D852-49A12A2834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3429003"/>
              <a:ext cx="3428996" cy="342899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F4CBA94A-EEBA-91A0-A630-C1B8F76F5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2893"/>
              <a:ext cx="3428996" cy="342899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5A1ADEF8-A5B2-DD32-DEAE-63236559E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3429002"/>
              <a:ext cx="3428996" cy="3428996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17F7793-D207-0E57-CB9E-C85A5B04D9F3}"/>
              </a:ext>
            </a:extLst>
          </p:cNvPr>
          <p:cNvSpPr txBox="1"/>
          <p:nvPr/>
        </p:nvSpPr>
        <p:spPr>
          <a:xfrm>
            <a:off x="4215581" y="413602"/>
            <a:ext cx="3760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Anton" pitchFamily="2" charset="0"/>
              </a:rPr>
              <a:t>SOLID PRINCIPLES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FC30A2-9D9D-D1C6-15A9-E0292152E1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929" y="413602"/>
            <a:ext cx="524789" cy="5247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450561-C639-D551-59E3-A12A4CEE1B67}"/>
              </a:ext>
            </a:extLst>
          </p:cNvPr>
          <p:cNvSpPr txBox="1"/>
          <p:nvPr/>
        </p:nvSpPr>
        <p:spPr>
          <a:xfrm>
            <a:off x="528611" y="1849120"/>
            <a:ext cx="11190884" cy="27884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Single Responsibility Principle - One class, One responsibility.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Open/Closed Principle - Open for extension, Closed for modification.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Poppins" panose="00000500000000000000" pitchFamily="2" charset="0"/>
                <a:cs typeface="Poppins" panose="00000500000000000000" pitchFamily="2" charset="0"/>
              </a:rPr>
              <a:t>Liskov</a:t>
            </a: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 Substitution Principle – Classes are replaceable without breaking functionality.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Interface Segregation Principle – Clients should not depend on methods they don’t use.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Dependency Inversion Principle – High level modules shouldn’t depend on implementations.</a:t>
            </a:r>
          </a:p>
        </p:txBody>
      </p:sp>
    </p:spTree>
    <p:extLst>
      <p:ext uri="{BB962C8B-B14F-4D97-AF65-F5344CB8AC3E}">
        <p14:creationId xmlns:p14="http://schemas.microsoft.com/office/powerpoint/2010/main" val="2151047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379D4B-2198-D048-BBF2-B63C3987E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C8CBF79E-3467-0E8A-83E4-8D42053601B4}"/>
              </a:ext>
            </a:extLst>
          </p:cNvPr>
          <p:cNvGrpSpPr/>
          <p:nvPr/>
        </p:nvGrpSpPr>
        <p:grpSpPr>
          <a:xfrm>
            <a:off x="-761992" y="0"/>
            <a:ext cx="13715984" cy="6855107"/>
            <a:chOff x="-678418" y="2893"/>
            <a:chExt cx="13715984" cy="685510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3379950-CBB6-7532-477C-4AB38082B8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2895"/>
              <a:ext cx="3428996" cy="342899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600EF60-AB77-A862-D052-014BC9817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3429004"/>
              <a:ext cx="3428996" cy="342899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109487F-DA5F-31E1-1FE2-D45E2E76B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2894"/>
              <a:ext cx="3428996" cy="342899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56A3F41-5B0D-86E7-7DDB-942E56118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3429003"/>
              <a:ext cx="3428996" cy="342899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C02A569-7098-080A-E5E7-2A70E6E28A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2894"/>
              <a:ext cx="3428996" cy="342899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AAF952D3-A80A-052F-EC90-06A8FAC89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3429003"/>
              <a:ext cx="3428996" cy="342899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685C1027-1517-3DD3-6F4B-47D2B8225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2893"/>
              <a:ext cx="3428996" cy="342899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B46C53F-1DCA-C209-7EB1-4E177B7815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3429002"/>
              <a:ext cx="3428996" cy="3428996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82ECE28-4761-8DF8-D4DA-6524BE469DA9}"/>
              </a:ext>
            </a:extLst>
          </p:cNvPr>
          <p:cNvSpPr txBox="1"/>
          <p:nvPr/>
        </p:nvSpPr>
        <p:spPr>
          <a:xfrm>
            <a:off x="4215581" y="413602"/>
            <a:ext cx="3760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Anton" pitchFamily="2" charset="0"/>
              </a:rPr>
              <a:t>DESIGN PATTERNS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F8E882-9F15-8849-E5D1-6001A829B0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929" y="413602"/>
            <a:ext cx="524789" cy="5247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FC0965-2574-8AE8-2815-E836DA2F593C}"/>
              </a:ext>
            </a:extLst>
          </p:cNvPr>
          <p:cNvSpPr txBox="1"/>
          <p:nvPr/>
        </p:nvSpPr>
        <p:spPr>
          <a:xfrm>
            <a:off x="528611" y="1849120"/>
            <a:ext cx="5740674" cy="1680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Service Layer Pattern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Dependency Injection Pattern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Chain of Responsibility (Middleware Pipeline)</a:t>
            </a:r>
          </a:p>
        </p:txBody>
      </p:sp>
    </p:spTree>
    <p:extLst>
      <p:ext uri="{BB962C8B-B14F-4D97-AF65-F5344CB8AC3E}">
        <p14:creationId xmlns:p14="http://schemas.microsoft.com/office/powerpoint/2010/main" val="1385852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AB3339-0229-23C4-281C-883D1AF81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BF317438-7253-EC65-CA0C-B628B08331E4}"/>
              </a:ext>
            </a:extLst>
          </p:cNvPr>
          <p:cNvGrpSpPr/>
          <p:nvPr/>
        </p:nvGrpSpPr>
        <p:grpSpPr>
          <a:xfrm>
            <a:off x="-761992" y="0"/>
            <a:ext cx="13715984" cy="6855107"/>
            <a:chOff x="-678418" y="2893"/>
            <a:chExt cx="13715984" cy="685510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4784DF9-0A97-B078-1272-A251399CC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2895"/>
              <a:ext cx="3428996" cy="342899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0B5C2613-FBDD-6008-A518-AE75C788345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3429004"/>
              <a:ext cx="3428996" cy="342899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E5D1834-68FD-D9B8-339C-D105E37D1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2894"/>
              <a:ext cx="3428996" cy="342899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FD94883-A6CC-01C3-D84E-8AF4C0E1F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3429003"/>
              <a:ext cx="3428996" cy="342899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5A9C5B5-569F-6295-98DD-F1B531FE93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2894"/>
              <a:ext cx="3428996" cy="342899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2AC4EE88-DC17-D58C-F004-345E3CA7231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3429003"/>
              <a:ext cx="3428996" cy="342899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8D28DE5-2847-B4BD-5D8D-1435881D3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2893"/>
              <a:ext cx="3428996" cy="342899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7C894995-9A05-D147-0126-0CC483E51B2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3429002"/>
              <a:ext cx="3428996" cy="3428996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7C8DBB-C196-083C-9DB4-01D195793406}"/>
              </a:ext>
            </a:extLst>
          </p:cNvPr>
          <p:cNvSpPr txBox="1"/>
          <p:nvPr/>
        </p:nvSpPr>
        <p:spPr>
          <a:xfrm>
            <a:off x="4215581" y="413602"/>
            <a:ext cx="3760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Anton" pitchFamily="2" charset="0"/>
              </a:rPr>
              <a:t>BEST PRACTICES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098FA9-85F0-7F2A-9166-8A89098015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929" y="413602"/>
            <a:ext cx="524789" cy="5247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6B800D-BC34-57E1-46DC-8BDCB2B64C07}"/>
              </a:ext>
            </a:extLst>
          </p:cNvPr>
          <p:cNvSpPr txBox="1"/>
          <p:nvPr/>
        </p:nvSpPr>
        <p:spPr>
          <a:xfrm>
            <a:off x="606873" y="1473534"/>
            <a:ext cx="5912196" cy="44504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Layered Architecture &amp; </a:t>
            </a:r>
            <a:r>
              <a:rPr lang="en-IN" dirty="0" err="1">
                <a:latin typeface="Poppins" panose="00000500000000000000" pitchFamily="2" charset="0"/>
                <a:cs typeface="Poppins" panose="00000500000000000000" pitchFamily="2" charset="0"/>
              </a:rPr>
              <a:t>Seperation</a:t>
            </a: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 of Concerns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Logging using </a:t>
            </a:r>
            <a:r>
              <a:rPr lang="en-IN" dirty="0" err="1">
                <a:latin typeface="Poppins" panose="00000500000000000000" pitchFamily="2" charset="0"/>
                <a:cs typeface="Poppins" panose="00000500000000000000" pitchFamily="2" charset="0"/>
              </a:rPr>
              <a:t>Log4net</a:t>
            </a: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 Concepts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Poppins" panose="00000500000000000000" pitchFamily="2" charset="0"/>
                <a:cs typeface="Poppins" panose="00000500000000000000" pitchFamily="2" charset="0"/>
              </a:rPr>
              <a:t>Sonarqube</a:t>
            </a: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 for Code Analysis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Usage of DTOs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Validation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Async Programming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Git &amp; Version Control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Poppins" panose="00000500000000000000" pitchFamily="2" charset="0"/>
                <a:cs typeface="Poppins" panose="00000500000000000000" pitchFamily="2" charset="0"/>
              </a:rPr>
              <a:t>Reusable React Components </a:t>
            </a:r>
          </a:p>
        </p:txBody>
      </p:sp>
    </p:spTree>
    <p:extLst>
      <p:ext uri="{BB962C8B-B14F-4D97-AF65-F5344CB8AC3E}">
        <p14:creationId xmlns:p14="http://schemas.microsoft.com/office/powerpoint/2010/main" val="220381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2CAB33-288E-EBB2-79F0-3854F5A86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121C50DA-274D-D3B9-89EC-E7EB336DD369}"/>
              </a:ext>
            </a:extLst>
          </p:cNvPr>
          <p:cNvGrpSpPr/>
          <p:nvPr/>
        </p:nvGrpSpPr>
        <p:grpSpPr>
          <a:xfrm>
            <a:off x="-761992" y="0"/>
            <a:ext cx="13715984" cy="6855107"/>
            <a:chOff x="-678418" y="2893"/>
            <a:chExt cx="13715984" cy="685510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9093996-F9CD-3824-19A9-241BC2F19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2895"/>
              <a:ext cx="3428996" cy="3428996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85C5BF09-798B-64C1-5DF9-6054C7D740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678418" y="3429004"/>
              <a:ext cx="3428996" cy="3428996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EADD7427-8FB3-7830-737C-94F1133359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2894"/>
              <a:ext cx="3428996" cy="3428996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AB62826-C1F0-1868-7563-B05703337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0578" y="3429003"/>
              <a:ext cx="3428996" cy="342899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80CD788-BF32-0BAE-BD7B-BBA62324D0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2894"/>
              <a:ext cx="3428996" cy="3428996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653B31C-D201-EEAA-0E13-90CBE71787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9574" y="3429003"/>
              <a:ext cx="3428996" cy="342899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20710384-45AE-BD1A-211E-7D3EDAED4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2893"/>
              <a:ext cx="3428996" cy="3428996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CFEE2101-2E33-A21D-DC4A-20C1E5F9F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lum bright="70000" contrast="-70000"/>
              <a:alphaModFix amt="3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8570" y="3429002"/>
              <a:ext cx="3428996" cy="3428996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08668C48-0009-5D98-3AEE-BF86F00772F7}"/>
              </a:ext>
            </a:extLst>
          </p:cNvPr>
          <p:cNvSpPr txBox="1"/>
          <p:nvPr/>
        </p:nvSpPr>
        <p:spPr>
          <a:xfrm>
            <a:off x="4215581" y="2323639"/>
            <a:ext cx="37608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Anton" pitchFamily="2" charset="0"/>
              </a:rPr>
              <a:t>THANK YOU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701608-FD0D-4260-B2FF-2B2BABF129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16929" y="413602"/>
            <a:ext cx="524789" cy="5247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6731D9-C13F-6087-AB4E-69F31C16F2AD}"/>
              </a:ext>
            </a:extLst>
          </p:cNvPr>
          <p:cNvSpPr txBox="1"/>
          <p:nvPr/>
        </p:nvSpPr>
        <p:spPr>
          <a:xfrm>
            <a:off x="757721" y="3051250"/>
            <a:ext cx="1067655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Thank you to the entire Hexaware team for providing valuable training, guidance, and industry-oriented learning throughout this Full Stack Development program.</a:t>
            </a:r>
          </a:p>
          <a:p>
            <a:pPr algn="ctr"/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Special Thanks To </a:t>
            </a:r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Ms. Jyoti Patil 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for her continuous support, mentorship, technical guidance, and encouragement during the development of this project.</a:t>
            </a:r>
            <a:endParaRPr lang="en-IN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698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336</Words>
  <Application>Microsoft Office PowerPoint</Application>
  <PresentationFormat>Widescreen</PresentationFormat>
  <Paragraphs>95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Anton</vt:lpstr>
      <vt:lpstr>Arial</vt:lpstr>
      <vt:lpstr>Calibri</vt:lpstr>
      <vt:lpstr>Calibri Light</vt:lpstr>
      <vt:lpstr>Poppins</vt:lpstr>
      <vt:lpstr>Poppins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Bhagya B</dc:creator>
  <cp:lastModifiedBy>Bhagya B</cp:lastModifiedBy>
  <cp:revision>4</cp:revision>
  <dcterms:created xsi:type="dcterms:W3CDTF">2026-05-17T05:06:05Z</dcterms:created>
  <dcterms:modified xsi:type="dcterms:W3CDTF">2026-05-18T04:01:04Z</dcterms:modified>
</cp:coreProperties>
</file>